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57"/>
  </p:notesMasterIdLst>
  <p:sldIdLst>
    <p:sldId id="257" r:id="rId2"/>
    <p:sldId id="484" r:id="rId3"/>
    <p:sldId id="513" r:id="rId4"/>
    <p:sldId id="587" r:id="rId5"/>
    <p:sldId id="588" r:id="rId6"/>
    <p:sldId id="589" r:id="rId7"/>
    <p:sldId id="592" r:id="rId8"/>
    <p:sldId id="593" r:id="rId9"/>
    <p:sldId id="590" r:id="rId10"/>
    <p:sldId id="568" r:id="rId11"/>
    <p:sldId id="567" r:id="rId12"/>
    <p:sldId id="569" r:id="rId13"/>
    <p:sldId id="514" r:id="rId14"/>
    <p:sldId id="583" r:id="rId15"/>
    <p:sldId id="584" r:id="rId16"/>
    <p:sldId id="585" r:id="rId17"/>
    <p:sldId id="586" r:id="rId18"/>
    <p:sldId id="570" r:id="rId19"/>
    <p:sldId id="515" r:id="rId20"/>
    <p:sldId id="571" r:id="rId21"/>
    <p:sldId id="572" r:id="rId22"/>
    <p:sldId id="574" r:id="rId23"/>
    <p:sldId id="575" r:id="rId24"/>
    <p:sldId id="576" r:id="rId25"/>
    <p:sldId id="577" r:id="rId26"/>
    <p:sldId id="578" r:id="rId27"/>
    <p:sldId id="519" r:id="rId28"/>
    <p:sldId id="579" r:id="rId29"/>
    <p:sldId id="598" r:id="rId30"/>
    <p:sldId id="580" r:id="rId31"/>
    <p:sldId id="599" r:id="rId32"/>
    <p:sldId id="581" r:id="rId33"/>
    <p:sldId id="582" r:id="rId34"/>
    <p:sldId id="516" r:id="rId35"/>
    <p:sldId id="527" r:id="rId36"/>
    <p:sldId id="518" r:id="rId37"/>
    <p:sldId id="512" r:id="rId38"/>
    <p:sldId id="520" r:id="rId39"/>
    <p:sldId id="521" r:id="rId40"/>
    <p:sldId id="522" r:id="rId41"/>
    <p:sldId id="523" r:id="rId42"/>
    <p:sldId id="524" r:id="rId43"/>
    <p:sldId id="600" r:id="rId44"/>
    <p:sldId id="601" r:id="rId45"/>
    <p:sldId id="525" r:id="rId46"/>
    <p:sldId id="595" r:id="rId47"/>
    <p:sldId id="526" r:id="rId48"/>
    <p:sldId id="594" r:id="rId49"/>
    <p:sldId id="528" r:id="rId50"/>
    <p:sldId id="602" r:id="rId51"/>
    <p:sldId id="596" r:id="rId52"/>
    <p:sldId id="597" r:id="rId53"/>
    <p:sldId id="529" r:id="rId54"/>
    <p:sldId id="283" r:id="rId55"/>
    <p:sldId id="408"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5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E05A5B-0E19-427C-80FF-B5ED72C3C403}" v="5" dt="2024-12-07T14:11:54.3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e6e808196119b87ad253e0f3deaa916ff70be4b49634990b2b69806e60845b40::" providerId="AD" clId="Web-{90FB961F-D61D-D538-D77E-255307553F4B}"/>
    <pc:docChg chg="modSld">
      <pc:chgData name="Guest User" userId="S::urn:spo:anon#e6e808196119b87ad253e0f3deaa916ff70be4b49634990b2b69806e60845b40::" providerId="AD" clId="Web-{90FB961F-D61D-D538-D77E-255307553F4B}" dt="2023-10-26T12:51:24.425" v="2" actId="1076"/>
      <pc:docMkLst>
        <pc:docMk/>
      </pc:docMkLst>
      <pc:sldChg chg="modSp">
        <pc:chgData name="Guest User" userId="S::urn:spo:anon#e6e808196119b87ad253e0f3deaa916ff70be4b49634990b2b69806e60845b40::" providerId="AD" clId="Web-{90FB961F-D61D-D538-D77E-255307553F4B}" dt="2023-10-26T12:51:24.425" v="2" actId="1076"/>
        <pc:sldMkLst>
          <pc:docMk/>
          <pc:sldMk cId="1434123831" sldId="527"/>
        </pc:sldMkLst>
      </pc:sldChg>
    </pc:docChg>
  </pc:docChgLst>
  <pc:docChgLst>
    <pc:chgData name="Suraj Chopade" userId="S::suraj.chopade@bostoninstituteofanalytics.org::dcc44ee8-6a65-4538-a5e1-c87e14ca7a61" providerId="AD" clId="Web-{EB6028C9-3CE6-72C2-31FE-0226BAD6DA27}"/>
    <pc:docChg chg="modSld">
      <pc:chgData name="Suraj Chopade" userId="S::suraj.chopade@bostoninstituteofanalytics.org::dcc44ee8-6a65-4538-a5e1-c87e14ca7a61" providerId="AD" clId="Web-{EB6028C9-3CE6-72C2-31FE-0226BAD6DA27}" dt="2023-10-10T10:58:24.875" v="1"/>
      <pc:docMkLst>
        <pc:docMk/>
      </pc:docMkLst>
      <pc:sldChg chg="modSp">
        <pc:chgData name="Suraj Chopade" userId="S::suraj.chopade@bostoninstituteofanalytics.org::dcc44ee8-6a65-4538-a5e1-c87e14ca7a61" providerId="AD" clId="Web-{EB6028C9-3CE6-72C2-31FE-0226BAD6DA27}" dt="2023-10-10T10:58:00.735" v="0" actId="20577"/>
        <pc:sldMkLst>
          <pc:docMk/>
          <pc:sldMk cId="4076578880" sldId="484"/>
        </pc:sldMkLst>
      </pc:sldChg>
      <pc:sldChg chg="addSp">
        <pc:chgData name="Suraj Chopade" userId="S::suraj.chopade@bostoninstituteofanalytics.org::dcc44ee8-6a65-4538-a5e1-c87e14ca7a61" providerId="AD" clId="Web-{EB6028C9-3CE6-72C2-31FE-0226BAD6DA27}" dt="2023-10-10T10:58:24.875" v="1"/>
        <pc:sldMkLst>
          <pc:docMk/>
          <pc:sldMk cId="578900116" sldId="499"/>
        </pc:sldMkLst>
      </pc:sldChg>
    </pc:docChg>
  </pc:docChgLst>
  <pc:docChgLst>
    <pc:chgData name="Suraj Chopade" userId="S::suraj.chopade@bostoninstituteofanalytics.org::dcc44ee8-6a65-4538-a5e1-c87e14ca7a61" providerId="AD" clId="Web-{72D73C5D-A962-D16B-43A2-2FFC204EC97B}"/>
    <pc:docChg chg="delSld modSld sldOrd">
      <pc:chgData name="Suraj Chopade" userId="S::suraj.chopade@bostoninstituteofanalytics.org::dcc44ee8-6a65-4538-a5e1-c87e14ca7a61" providerId="AD" clId="Web-{72D73C5D-A962-D16B-43A2-2FFC204EC97B}" dt="2023-10-09T11:05:59.794" v="32"/>
      <pc:docMkLst>
        <pc:docMk/>
      </pc:docMkLst>
      <pc:sldChg chg="delSp">
        <pc:chgData name="Suraj Chopade" userId="S::suraj.chopade@bostoninstituteofanalytics.org::dcc44ee8-6a65-4538-a5e1-c87e14ca7a61" providerId="AD" clId="Web-{72D73C5D-A962-D16B-43A2-2FFC204EC97B}" dt="2023-10-09T11:05:57.106" v="31"/>
        <pc:sldMkLst>
          <pc:docMk/>
          <pc:sldMk cId="2503897231" sldId="283"/>
        </pc:sldMkLst>
      </pc:sldChg>
      <pc:sldChg chg="del">
        <pc:chgData name="Suraj Chopade" userId="S::suraj.chopade@bostoninstituteofanalytics.org::dcc44ee8-6a65-4538-a5e1-c87e14ca7a61" providerId="AD" clId="Web-{72D73C5D-A962-D16B-43A2-2FFC204EC97B}" dt="2023-10-09T10:42:33.819" v="18"/>
        <pc:sldMkLst>
          <pc:docMk/>
          <pc:sldMk cId="1726830" sldId="314"/>
        </pc:sldMkLst>
      </pc:sldChg>
      <pc:sldChg chg="delSp">
        <pc:chgData name="Suraj Chopade" userId="S::suraj.chopade@bostoninstituteofanalytics.org::dcc44ee8-6a65-4538-a5e1-c87e14ca7a61" providerId="AD" clId="Web-{72D73C5D-A962-D16B-43A2-2FFC204EC97B}" dt="2023-10-09T11:05:59.794" v="32"/>
        <pc:sldMkLst>
          <pc:docMk/>
          <pc:sldMk cId="4059647043" sldId="408"/>
        </pc:sldMkLst>
      </pc:sldChg>
      <pc:sldChg chg="del">
        <pc:chgData name="Suraj Chopade" userId="S::suraj.chopade@bostoninstituteofanalytics.org::dcc44ee8-6a65-4538-a5e1-c87e14ca7a61" providerId="AD" clId="Web-{72D73C5D-A962-D16B-43A2-2FFC204EC97B}" dt="2023-10-09T10:42:24.210" v="0"/>
        <pc:sldMkLst>
          <pc:docMk/>
          <pc:sldMk cId="3582198988" sldId="485"/>
        </pc:sldMkLst>
      </pc:sldChg>
      <pc:sldChg chg="del">
        <pc:chgData name="Suraj Chopade" userId="S::suraj.chopade@bostoninstituteofanalytics.org::dcc44ee8-6a65-4538-a5e1-c87e14ca7a61" providerId="AD" clId="Web-{72D73C5D-A962-D16B-43A2-2FFC204EC97B}" dt="2023-10-09T10:42:24.210" v="1"/>
        <pc:sldMkLst>
          <pc:docMk/>
          <pc:sldMk cId="3025139516" sldId="486"/>
        </pc:sldMkLst>
      </pc:sldChg>
      <pc:sldChg chg="del">
        <pc:chgData name="Suraj Chopade" userId="S::suraj.chopade@bostoninstituteofanalytics.org::dcc44ee8-6a65-4538-a5e1-c87e14ca7a61" providerId="AD" clId="Web-{72D73C5D-A962-D16B-43A2-2FFC204EC97B}" dt="2023-10-09T10:42:33.819" v="17"/>
        <pc:sldMkLst>
          <pc:docMk/>
          <pc:sldMk cId="170298293" sldId="487"/>
        </pc:sldMkLst>
      </pc:sldChg>
      <pc:sldChg chg="del">
        <pc:chgData name="Suraj Chopade" userId="S::suraj.chopade@bostoninstituteofanalytics.org::dcc44ee8-6a65-4538-a5e1-c87e14ca7a61" providerId="AD" clId="Web-{72D73C5D-A962-D16B-43A2-2FFC204EC97B}" dt="2023-10-09T10:42:33.819" v="16"/>
        <pc:sldMkLst>
          <pc:docMk/>
          <pc:sldMk cId="2393680182" sldId="488"/>
        </pc:sldMkLst>
      </pc:sldChg>
      <pc:sldChg chg="del">
        <pc:chgData name="Suraj Chopade" userId="S::suraj.chopade@bostoninstituteofanalytics.org::dcc44ee8-6a65-4538-a5e1-c87e14ca7a61" providerId="AD" clId="Web-{72D73C5D-A962-D16B-43A2-2FFC204EC97B}" dt="2023-10-09T10:42:33.819" v="15"/>
        <pc:sldMkLst>
          <pc:docMk/>
          <pc:sldMk cId="1794145806" sldId="489"/>
        </pc:sldMkLst>
      </pc:sldChg>
      <pc:sldChg chg="del">
        <pc:chgData name="Suraj Chopade" userId="S::suraj.chopade@bostoninstituteofanalytics.org::dcc44ee8-6a65-4538-a5e1-c87e14ca7a61" providerId="AD" clId="Web-{72D73C5D-A962-D16B-43A2-2FFC204EC97B}" dt="2023-10-09T10:42:33.804" v="12"/>
        <pc:sldMkLst>
          <pc:docMk/>
          <pc:sldMk cId="1281757821" sldId="490"/>
        </pc:sldMkLst>
      </pc:sldChg>
      <pc:sldChg chg="del">
        <pc:chgData name="Suraj Chopade" userId="S::suraj.chopade@bostoninstituteofanalytics.org::dcc44ee8-6a65-4538-a5e1-c87e14ca7a61" providerId="AD" clId="Web-{72D73C5D-A962-D16B-43A2-2FFC204EC97B}" dt="2023-10-09T10:42:33.819" v="14"/>
        <pc:sldMkLst>
          <pc:docMk/>
          <pc:sldMk cId="3802794363" sldId="491"/>
        </pc:sldMkLst>
      </pc:sldChg>
      <pc:sldChg chg="del">
        <pc:chgData name="Suraj Chopade" userId="S::suraj.chopade@bostoninstituteofanalytics.org::dcc44ee8-6a65-4538-a5e1-c87e14ca7a61" providerId="AD" clId="Web-{72D73C5D-A962-D16B-43A2-2FFC204EC97B}" dt="2023-10-09T10:42:33.804" v="13"/>
        <pc:sldMkLst>
          <pc:docMk/>
          <pc:sldMk cId="15428375" sldId="492"/>
        </pc:sldMkLst>
      </pc:sldChg>
      <pc:sldChg chg="del">
        <pc:chgData name="Suraj Chopade" userId="S::suraj.chopade@bostoninstituteofanalytics.org::dcc44ee8-6a65-4538-a5e1-c87e14ca7a61" providerId="AD" clId="Web-{72D73C5D-A962-D16B-43A2-2FFC204EC97B}" dt="2023-10-09T10:42:33.804" v="6"/>
        <pc:sldMkLst>
          <pc:docMk/>
          <pc:sldMk cId="2447148602" sldId="493"/>
        </pc:sldMkLst>
      </pc:sldChg>
      <pc:sldChg chg="del">
        <pc:chgData name="Suraj Chopade" userId="S::suraj.chopade@bostoninstituteofanalytics.org::dcc44ee8-6a65-4538-a5e1-c87e14ca7a61" providerId="AD" clId="Web-{72D73C5D-A962-D16B-43A2-2FFC204EC97B}" dt="2023-10-09T10:42:33.804" v="5"/>
        <pc:sldMkLst>
          <pc:docMk/>
          <pc:sldMk cId="3592800487" sldId="494"/>
        </pc:sldMkLst>
      </pc:sldChg>
      <pc:sldChg chg="del">
        <pc:chgData name="Suraj Chopade" userId="S::suraj.chopade@bostoninstituteofanalytics.org::dcc44ee8-6a65-4538-a5e1-c87e14ca7a61" providerId="AD" clId="Web-{72D73C5D-A962-D16B-43A2-2FFC204EC97B}" dt="2023-10-09T10:42:33.804" v="3"/>
        <pc:sldMkLst>
          <pc:docMk/>
          <pc:sldMk cId="3469038299" sldId="495"/>
        </pc:sldMkLst>
      </pc:sldChg>
      <pc:sldChg chg="del">
        <pc:chgData name="Suraj Chopade" userId="S::suraj.chopade@bostoninstituteofanalytics.org::dcc44ee8-6a65-4538-a5e1-c87e14ca7a61" providerId="AD" clId="Web-{72D73C5D-A962-D16B-43A2-2FFC204EC97B}" dt="2023-10-09T10:42:33.788" v="2"/>
        <pc:sldMkLst>
          <pc:docMk/>
          <pc:sldMk cId="3658381137" sldId="496"/>
        </pc:sldMkLst>
      </pc:sldChg>
      <pc:sldChg chg="delSp">
        <pc:chgData name="Suraj Chopade" userId="S::suraj.chopade@bostoninstituteofanalytics.org::dcc44ee8-6a65-4538-a5e1-c87e14ca7a61" providerId="AD" clId="Web-{72D73C5D-A962-D16B-43A2-2FFC204EC97B}" dt="2023-10-09T11:05:51.559" v="29"/>
        <pc:sldMkLst>
          <pc:docMk/>
          <pc:sldMk cId="2004310942" sldId="497"/>
        </pc:sldMkLst>
      </pc:sldChg>
      <pc:sldChg chg="delSp">
        <pc:chgData name="Suraj Chopade" userId="S::suraj.chopade@bostoninstituteofanalytics.org::dcc44ee8-6a65-4538-a5e1-c87e14ca7a61" providerId="AD" clId="Web-{72D73C5D-A962-D16B-43A2-2FFC204EC97B}" dt="2023-10-09T11:05:54.028" v="30"/>
        <pc:sldMkLst>
          <pc:docMk/>
          <pc:sldMk cId="988374458" sldId="498"/>
        </pc:sldMkLst>
      </pc:sldChg>
      <pc:sldChg chg="delSp ord">
        <pc:chgData name="Suraj Chopade" userId="S::suraj.chopade@bostoninstituteofanalytics.org::dcc44ee8-6a65-4538-a5e1-c87e14ca7a61" providerId="AD" clId="Web-{72D73C5D-A962-D16B-43A2-2FFC204EC97B}" dt="2023-10-09T11:05:40.996" v="24"/>
        <pc:sldMkLst>
          <pc:docMk/>
          <pc:sldMk cId="578900116" sldId="499"/>
        </pc:sldMkLst>
      </pc:sldChg>
      <pc:sldChg chg="delSp ord">
        <pc:chgData name="Suraj Chopade" userId="S::suraj.chopade@bostoninstituteofanalytics.org::dcc44ee8-6a65-4538-a5e1-c87e14ca7a61" providerId="AD" clId="Web-{72D73C5D-A962-D16B-43A2-2FFC204EC97B}" dt="2023-10-09T11:05:42.949" v="25"/>
        <pc:sldMkLst>
          <pc:docMk/>
          <pc:sldMk cId="1360406204" sldId="500"/>
        </pc:sldMkLst>
      </pc:sldChg>
      <pc:sldChg chg="delSp ord">
        <pc:chgData name="Suraj Chopade" userId="S::suraj.chopade@bostoninstituteofanalytics.org::dcc44ee8-6a65-4538-a5e1-c87e14ca7a61" providerId="AD" clId="Web-{72D73C5D-A962-D16B-43A2-2FFC204EC97B}" dt="2023-10-09T11:05:46.965" v="27"/>
        <pc:sldMkLst>
          <pc:docMk/>
          <pc:sldMk cId="518322288" sldId="501"/>
        </pc:sldMkLst>
      </pc:sldChg>
      <pc:sldChg chg="delSp ord">
        <pc:chgData name="Suraj Chopade" userId="S::suraj.chopade@bostoninstituteofanalytics.org::dcc44ee8-6a65-4538-a5e1-c87e14ca7a61" providerId="AD" clId="Web-{72D73C5D-A962-D16B-43A2-2FFC204EC97B}" dt="2023-10-09T11:05:49.262" v="28"/>
        <pc:sldMkLst>
          <pc:docMk/>
          <pc:sldMk cId="2194005509" sldId="502"/>
        </pc:sldMkLst>
      </pc:sldChg>
      <pc:sldChg chg="delSp ord">
        <pc:chgData name="Suraj Chopade" userId="S::suraj.chopade@bostoninstituteofanalytics.org::dcc44ee8-6a65-4538-a5e1-c87e14ca7a61" providerId="AD" clId="Web-{72D73C5D-A962-D16B-43A2-2FFC204EC97B}" dt="2023-10-09T11:05:44.981" v="26"/>
        <pc:sldMkLst>
          <pc:docMk/>
          <pc:sldMk cId="1122122428" sldId="503"/>
        </pc:sldMkLst>
      </pc:sldChg>
      <pc:sldChg chg="del">
        <pc:chgData name="Suraj Chopade" userId="S::suraj.chopade@bostoninstituteofanalytics.org::dcc44ee8-6a65-4538-a5e1-c87e14ca7a61" providerId="AD" clId="Web-{72D73C5D-A962-D16B-43A2-2FFC204EC97B}" dt="2023-10-09T10:42:33.804" v="11"/>
        <pc:sldMkLst>
          <pc:docMk/>
          <pc:sldMk cId="889843261" sldId="504"/>
        </pc:sldMkLst>
      </pc:sldChg>
      <pc:sldChg chg="del">
        <pc:chgData name="Suraj Chopade" userId="S::suraj.chopade@bostoninstituteofanalytics.org::dcc44ee8-6a65-4538-a5e1-c87e14ca7a61" providerId="AD" clId="Web-{72D73C5D-A962-D16B-43A2-2FFC204EC97B}" dt="2023-10-09T10:42:33.804" v="10"/>
        <pc:sldMkLst>
          <pc:docMk/>
          <pc:sldMk cId="189096696" sldId="505"/>
        </pc:sldMkLst>
      </pc:sldChg>
      <pc:sldChg chg="del">
        <pc:chgData name="Suraj Chopade" userId="S::suraj.chopade@bostoninstituteofanalytics.org::dcc44ee8-6a65-4538-a5e1-c87e14ca7a61" providerId="AD" clId="Web-{72D73C5D-A962-D16B-43A2-2FFC204EC97B}" dt="2023-10-09T10:42:33.804" v="9"/>
        <pc:sldMkLst>
          <pc:docMk/>
          <pc:sldMk cId="3932013374" sldId="506"/>
        </pc:sldMkLst>
      </pc:sldChg>
      <pc:sldChg chg="del">
        <pc:chgData name="Suraj Chopade" userId="S::suraj.chopade@bostoninstituteofanalytics.org::dcc44ee8-6a65-4538-a5e1-c87e14ca7a61" providerId="AD" clId="Web-{72D73C5D-A962-D16B-43A2-2FFC204EC97B}" dt="2023-10-09T10:42:33.804" v="8"/>
        <pc:sldMkLst>
          <pc:docMk/>
          <pc:sldMk cId="4290452773" sldId="507"/>
        </pc:sldMkLst>
      </pc:sldChg>
      <pc:sldChg chg="del">
        <pc:chgData name="Suraj Chopade" userId="S::suraj.chopade@bostoninstituteofanalytics.org::dcc44ee8-6a65-4538-a5e1-c87e14ca7a61" providerId="AD" clId="Web-{72D73C5D-A962-D16B-43A2-2FFC204EC97B}" dt="2023-10-09T10:42:33.804" v="7"/>
        <pc:sldMkLst>
          <pc:docMk/>
          <pc:sldMk cId="39558220" sldId="508"/>
        </pc:sldMkLst>
      </pc:sldChg>
      <pc:sldChg chg="del">
        <pc:chgData name="Suraj Chopade" userId="S::suraj.chopade@bostoninstituteofanalytics.org::dcc44ee8-6a65-4538-a5e1-c87e14ca7a61" providerId="AD" clId="Web-{72D73C5D-A962-D16B-43A2-2FFC204EC97B}" dt="2023-10-09T10:42:33.804" v="4"/>
        <pc:sldMkLst>
          <pc:docMk/>
          <pc:sldMk cId="4287738320" sldId="509"/>
        </pc:sldMkLst>
      </pc:sldChg>
    </pc:docChg>
  </pc:docChgLst>
  <pc:docChgLst>
    <pc:chgData name="Suraj Chopade" userId="S::suraj.chopade@bostoninstituteofanalytics.org::dcc44ee8-6a65-4538-a5e1-c87e14ca7a61" providerId="AD" clId="Web-{79E99A0B-E89E-FE9B-ACD5-3761BDB18D36}"/>
    <pc:docChg chg="addSld delSld modSld sldOrd">
      <pc:chgData name="Suraj Chopade" userId="S::suraj.chopade@bostoninstituteofanalytics.org::dcc44ee8-6a65-4538-a5e1-c87e14ca7a61" providerId="AD" clId="Web-{79E99A0B-E89E-FE9B-ACD5-3761BDB18D36}" dt="2023-10-06T09:30:34.181" v="1868" actId="20577"/>
      <pc:docMkLst>
        <pc:docMk/>
      </pc:docMkLst>
      <pc:sldChg chg="modSp">
        <pc:chgData name="Suraj Chopade" userId="S::suraj.chopade@bostoninstituteofanalytics.org::dcc44ee8-6a65-4538-a5e1-c87e14ca7a61" providerId="AD" clId="Web-{79E99A0B-E89E-FE9B-ACD5-3761BDB18D36}" dt="2023-10-06T07:51:11.782" v="1288" actId="20577"/>
        <pc:sldMkLst>
          <pc:docMk/>
          <pc:sldMk cId="2503897231" sldId="283"/>
        </pc:sldMkLst>
      </pc:sldChg>
      <pc:sldChg chg="modSp">
        <pc:chgData name="Suraj Chopade" userId="S::suraj.chopade@bostoninstituteofanalytics.org::dcc44ee8-6a65-4538-a5e1-c87e14ca7a61" providerId="AD" clId="Web-{79E99A0B-E89E-FE9B-ACD5-3761BDB18D36}" dt="2023-10-06T05:39:46.033" v="29" actId="20577"/>
        <pc:sldMkLst>
          <pc:docMk/>
          <pc:sldMk cId="4235558439" sldId="287"/>
        </pc:sldMkLst>
      </pc:sldChg>
      <pc:sldChg chg="addSp delSp modSp">
        <pc:chgData name="Suraj Chopade" userId="S::suraj.chopade@bostoninstituteofanalytics.org::dcc44ee8-6a65-4538-a5e1-c87e14ca7a61" providerId="AD" clId="Web-{79E99A0B-E89E-FE9B-ACD5-3761BDB18D36}" dt="2023-10-06T05:49:17.102" v="103" actId="1076"/>
        <pc:sldMkLst>
          <pc:docMk/>
          <pc:sldMk cId="1726830" sldId="314"/>
        </pc:sldMkLst>
      </pc:sldChg>
      <pc:sldChg chg="modSp">
        <pc:chgData name="Suraj Chopade" userId="S::suraj.chopade@bostoninstituteofanalytics.org::dcc44ee8-6a65-4538-a5e1-c87e14ca7a61" providerId="AD" clId="Web-{79E99A0B-E89E-FE9B-ACD5-3761BDB18D36}" dt="2023-10-06T07:51:07.126" v="1287" actId="20577"/>
        <pc:sldMkLst>
          <pc:docMk/>
          <pc:sldMk cId="4059647043" sldId="408"/>
        </pc:sldMkLst>
      </pc:sldChg>
      <pc:sldChg chg="modSp">
        <pc:chgData name="Suraj Chopade" userId="S::suraj.chopade@bostoninstituteofanalytics.org::dcc44ee8-6a65-4538-a5e1-c87e14ca7a61" providerId="AD" clId="Web-{79E99A0B-E89E-FE9B-ACD5-3761BDB18D36}" dt="2023-10-06T05:37:59.032" v="1"/>
        <pc:sldMkLst>
          <pc:docMk/>
          <pc:sldMk cId="876099985" sldId="409"/>
        </pc:sldMkLst>
      </pc:sldChg>
      <pc:sldChg chg="addSp delSp modSp add del replId">
        <pc:chgData name="Suraj Chopade" userId="S::suraj.chopade@bostoninstituteofanalytics.org::dcc44ee8-6a65-4538-a5e1-c87e14ca7a61" providerId="AD" clId="Web-{79E99A0B-E89E-FE9B-ACD5-3761BDB18D36}" dt="2023-10-06T05:58:28.515" v="179"/>
        <pc:sldMkLst>
          <pc:docMk/>
          <pc:sldMk cId="3606357210" sldId="411"/>
        </pc:sldMkLst>
      </pc:sldChg>
      <pc:sldChg chg="addSp delSp modSp add replId">
        <pc:chgData name="Suraj Chopade" userId="S::suraj.chopade@bostoninstituteofanalytics.org::dcc44ee8-6a65-4538-a5e1-c87e14ca7a61" providerId="AD" clId="Web-{79E99A0B-E89E-FE9B-ACD5-3761BDB18D36}" dt="2023-10-06T05:58:01.468" v="176" actId="1076"/>
        <pc:sldMkLst>
          <pc:docMk/>
          <pc:sldMk cId="1716880795" sldId="412"/>
        </pc:sldMkLst>
      </pc:sldChg>
      <pc:sldChg chg="delSp modSp add ord replId">
        <pc:chgData name="Suraj Chopade" userId="S::suraj.chopade@bostoninstituteofanalytics.org::dcc44ee8-6a65-4538-a5e1-c87e14ca7a61" providerId="AD" clId="Web-{79E99A0B-E89E-FE9B-ACD5-3761BDB18D36}" dt="2023-10-06T06:08:47.210" v="246" actId="20577"/>
        <pc:sldMkLst>
          <pc:docMk/>
          <pc:sldMk cId="2788898658" sldId="413"/>
        </pc:sldMkLst>
      </pc:sldChg>
      <pc:sldChg chg="addSp delSp modSp add replId">
        <pc:chgData name="Suraj Chopade" userId="S::suraj.chopade@bostoninstituteofanalytics.org::dcc44ee8-6a65-4538-a5e1-c87e14ca7a61" providerId="AD" clId="Web-{79E99A0B-E89E-FE9B-ACD5-3761BDB18D36}" dt="2023-10-06T06:31:05.304" v="526" actId="1076"/>
        <pc:sldMkLst>
          <pc:docMk/>
          <pc:sldMk cId="3599271236" sldId="414"/>
        </pc:sldMkLst>
      </pc:sldChg>
      <pc:sldChg chg="modSp add ord replId">
        <pc:chgData name="Suraj Chopade" userId="S::suraj.chopade@bostoninstituteofanalytics.org::dcc44ee8-6a65-4538-a5e1-c87e14ca7a61" providerId="AD" clId="Web-{79E99A0B-E89E-FE9B-ACD5-3761BDB18D36}" dt="2023-10-06T06:33:05.758" v="567" actId="1076"/>
        <pc:sldMkLst>
          <pc:docMk/>
          <pc:sldMk cId="1862185736" sldId="415"/>
        </pc:sldMkLst>
      </pc:sldChg>
      <pc:sldChg chg="addSp modSp add replId">
        <pc:chgData name="Suraj Chopade" userId="S::suraj.chopade@bostoninstituteofanalytics.org::dcc44ee8-6a65-4538-a5e1-c87e14ca7a61" providerId="AD" clId="Web-{79E99A0B-E89E-FE9B-ACD5-3761BDB18D36}" dt="2023-10-06T06:52:41.663" v="842" actId="1076"/>
        <pc:sldMkLst>
          <pc:docMk/>
          <pc:sldMk cId="473788288" sldId="416"/>
        </pc:sldMkLst>
      </pc:sldChg>
      <pc:sldChg chg="addSp modSp add replId">
        <pc:chgData name="Suraj Chopade" userId="S::suraj.chopade@bostoninstituteofanalytics.org::dcc44ee8-6a65-4538-a5e1-c87e14ca7a61" providerId="AD" clId="Web-{79E99A0B-E89E-FE9B-ACD5-3761BDB18D36}" dt="2023-10-06T06:51:23.302" v="809" actId="1076"/>
        <pc:sldMkLst>
          <pc:docMk/>
          <pc:sldMk cId="1830556282" sldId="417"/>
        </pc:sldMkLst>
      </pc:sldChg>
      <pc:sldChg chg="addSp modSp add del replId">
        <pc:chgData name="Suraj Chopade" userId="S::suraj.chopade@bostoninstituteofanalytics.org::dcc44ee8-6a65-4538-a5e1-c87e14ca7a61" providerId="AD" clId="Web-{79E99A0B-E89E-FE9B-ACD5-3761BDB18D36}" dt="2023-10-06T06:56:44.978" v="911" actId="1076"/>
        <pc:sldMkLst>
          <pc:docMk/>
          <pc:sldMk cId="3759979835" sldId="418"/>
        </pc:sldMkLst>
      </pc:sldChg>
      <pc:sldChg chg="modSp add del ord replId">
        <pc:chgData name="Suraj Chopade" userId="S::suraj.chopade@bostoninstituteofanalytics.org::dcc44ee8-6a65-4538-a5e1-c87e14ca7a61" providerId="AD" clId="Web-{79E99A0B-E89E-FE9B-ACD5-3761BDB18D36}" dt="2023-10-06T07:04:52.124" v="973"/>
        <pc:sldMkLst>
          <pc:docMk/>
          <pc:sldMk cId="4269819218" sldId="419"/>
        </pc:sldMkLst>
      </pc:sldChg>
      <pc:sldChg chg="modSp add del replId">
        <pc:chgData name="Suraj Chopade" userId="S::suraj.chopade@bostoninstituteofanalytics.org::dcc44ee8-6a65-4538-a5e1-c87e14ca7a61" providerId="AD" clId="Web-{79E99A0B-E89E-FE9B-ACD5-3761BDB18D36}" dt="2023-10-06T07:07:58.689" v="998"/>
        <pc:sldMkLst>
          <pc:docMk/>
          <pc:sldMk cId="2206983601" sldId="420"/>
        </pc:sldMkLst>
      </pc:sldChg>
      <pc:sldChg chg="modSp add replId modNotes">
        <pc:chgData name="Suraj Chopade" userId="S::suraj.chopade@bostoninstituteofanalytics.org::dcc44ee8-6a65-4538-a5e1-c87e14ca7a61" providerId="AD" clId="Web-{79E99A0B-E89E-FE9B-ACD5-3761BDB18D36}" dt="2023-10-06T07:07:45.439" v="996" actId="20577"/>
        <pc:sldMkLst>
          <pc:docMk/>
          <pc:sldMk cId="2201374662" sldId="421"/>
        </pc:sldMkLst>
      </pc:sldChg>
      <pc:sldChg chg="addSp modSp add replId modNotes">
        <pc:chgData name="Suraj Chopade" userId="S::suraj.chopade@bostoninstituteofanalytics.org::dcc44ee8-6a65-4538-a5e1-c87e14ca7a61" providerId="AD" clId="Web-{79E99A0B-E89E-FE9B-ACD5-3761BDB18D36}" dt="2023-10-06T07:17:36.211" v="1101" actId="20577"/>
        <pc:sldMkLst>
          <pc:docMk/>
          <pc:sldMk cId="3628698905" sldId="422"/>
        </pc:sldMkLst>
      </pc:sldChg>
      <pc:sldChg chg="addSp delSp modSp add ord replId modNotes">
        <pc:chgData name="Suraj Chopade" userId="S::suraj.chopade@bostoninstituteofanalytics.org::dcc44ee8-6a65-4538-a5e1-c87e14ca7a61" providerId="AD" clId="Web-{79E99A0B-E89E-FE9B-ACD5-3761BDB18D36}" dt="2023-10-06T07:50:35" v="1284"/>
        <pc:sldMkLst>
          <pc:docMk/>
          <pc:sldMk cId="3719171295" sldId="423"/>
        </pc:sldMkLst>
      </pc:sldChg>
      <pc:sldChg chg="delSp modSp add replId">
        <pc:chgData name="Suraj Chopade" userId="S::suraj.chopade@bostoninstituteofanalytics.org::dcc44ee8-6a65-4538-a5e1-c87e14ca7a61" providerId="AD" clId="Web-{79E99A0B-E89E-FE9B-ACD5-3761BDB18D36}" dt="2023-10-06T07:24:12.982" v="1189" actId="20577"/>
        <pc:sldMkLst>
          <pc:docMk/>
          <pc:sldMk cId="3099422123" sldId="424"/>
        </pc:sldMkLst>
      </pc:sldChg>
      <pc:sldChg chg="addSp modSp add ord replId">
        <pc:chgData name="Suraj Chopade" userId="S::suraj.chopade@bostoninstituteofanalytics.org::dcc44ee8-6a65-4538-a5e1-c87e14ca7a61" providerId="AD" clId="Web-{79E99A0B-E89E-FE9B-ACD5-3761BDB18D36}" dt="2023-10-06T07:50:44.813" v="1285"/>
        <pc:sldMkLst>
          <pc:docMk/>
          <pc:sldMk cId="4285754358" sldId="425"/>
        </pc:sldMkLst>
      </pc:sldChg>
      <pc:sldChg chg="addSp modSp add ord replId">
        <pc:chgData name="Suraj Chopade" userId="S::suraj.chopade@bostoninstituteofanalytics.org::dcc44ee8-6a65-4538-a5e1-c87e14ca7a61" providerId="AD" clId="Web-{79E99A0B-E89E-FE9B-ACD5-3761BDB18D36}" dt="2023-10-06T08:01:02.383" v="1339" actId="1076"/>
        <pc:sldMkLst>
          <pc:docMk/>
          <pc:sldMk cId="3130724772" sldId="426"/>
        </pc:sldMkLst>
      </pc:sldChg>
      <pc:sldChg chg="addSp delSp modSp add replId">
        <pc:chgData name="Suraj Chopade" userId="S::suraj.chopade@bostoninstituteofanalytics.org::dcc44ee8-6a65-4538-a5e1-c87e14ca7a61" providerId="AD" clId="Web-{79E99A0B-E89E-FE9B-ACD5-3761BDB18D36}" dt="2023-10-06T08:07:11.971" v="1389" actId="20577"/>
        <pc:sldMkLst>
          <pc:docMk/>
          <pc:sldMk cId="534715058" sldId="427"/>
        </pc:sldMkLst>
      </pc:sldChg>
      <pc:sldChg chg="addSp delSp modSp add del replId">
        <pc:chgData name="Suraj Chopade" userId="S::suraj.chopade@bostoninstituteofanalytics.org::dcc44ee8-6a65-4538-a5e1-c87e14ca7a61" providerId="AD" clId="Web-{79E99A0B-E89E-FE9B-ACD5-3761BDB18D36}" dt="2023-10-06T08:16:35.197" v="1433"/>
        <pc:sldMkLst>
          <pc:docMk/>
          <pc:sldMk cId="2012388065" sldId="428"/>
        </pc:sldMkLst>
      </pc:sldChg>
      <pc:sldChg chg="delSp modSp add replId">
        <pc:chgData name="Suraj Chopade" userId="S::suraj.chopade@bostoninstituteofanalytics.org::dcc44ee8-6a65-4538-a5e1-c87e14ca7a61" providerId="AD" clId="Web-{79E99A0B-E89E-FE9B-ACD5-3761BDB18D36}" dt="2023-10-06T08:23:06.295" v="1476" actId="1076"/>
        <pc:sldMkLst>
          <pc:docMk/>
          <pc:sldMk cId="437294114" sldId="429"/>
        </pc:sldMkLst>
      </pc:sldChg>
      <pc:sldChg chg="addSp modSp add replId">
        <pc:chgData name="Suraj Chopade" userId="S::suraj.chopade@bostoninstituteofanalytics.org::dcc44ee8-6a65-4538-a5e1-c87e14ca7a61" providerId="AD" clId="Web-{79E99A0B-E89E-FE9B-ACD5-3761BDB18D36}" dt="2023-10-06T08:39:04.150" v="1609" actId="1076"/>
        <pc:sldMkLst>
          <pc:docMk/>
          <pc:sldMk cId="2327297602" sldId="430"/>
        </pc:sldMkLst>
      </pc:sldChg>
      <pc:sldChg chg="addSp delSp modSp add replId">
        <pc:chgData name="Suraj Chopade" userId="S::suraj.chopade@bostoninstituteofanalytics.org::dcc44ee8-6a65-4538-a5e1-c87e14ca7a61" providerId="AD" clId="Web-{79E99A0B-E89E-FE9B-ACD5-3761BDB18D36}" dt="2023-10-06T08:43:26.091" v="1657" actId="1076"/>
        <pc:sldMkLst>
          <pc:docMk/>
          <pc:sldMk cId="1635862421" sldId="431"/>
        </pc:sldMkLst>
      </pc:sldChg>
      <pc:sldChg chg="delSp modSp add replId">
        <pc:chgData name="Suraj Chopade" userId="S::suraj.chopade@bostoninstituteofanalytics.org::dcc44ee8-6a65-4538-a5e1-c87e14ca7a61" providerId="AD" clId="Web-{79E99A0B-E89E-FE9B-ACD5-3761BDB18D36}" dt="2023-10-06T09:22:00.409" v="1743" actId="1076"/>
        <pc:sldMkLst>
          <pc:docMk/>
          <pc:sldMk cId="728911902" sldId="432"/>
        </pc:sldMkLst>
      </pc:sldChg>
      <pc:sldChg chg="addSp delSp modSp add ord replId">
        <pc:chgData name="Suraj Chopade" userId="S::suraj.chopade@bostoninstituteofanalytics.org::dcc44ee8-6a65-4538-a5e1-c87e14ca7a61" providerId="AD" clId="Web-{79E99A0B-E89E-FE9B-ACD5-3761BDB18D36}" dt="2023-10-06T09:22:04.128" v="1744" actId="1076"/>
        <pc:sldMkLst>
          <pc:docMk/>
          <pc:sldMk cId="2124791131" sldId="433"/>
        </pc:sldMkLst>
      </pc:sldChg>
      <pc:sldChg chg="delSp modSp add replId">
        <pc:chgData name="Suraj Chopade" userId="S::suraj.chopade@bostoninstituteofanalytics.org::dcc44ee8-6a65-4538-a5e1-c87e14ca7a61" providerId="AD" clId="Web-{79E99A0B-E89E-FE9B-ACD5-3761BDB18D36}" dt="2023-10-06T09:25:34.646" v="1796" actId="14100"/>
        <pc:sldMkLst>
          <pc:docMk/>
          <pc:sldMk cId="1863556272" sldId="434"/>
        </pc:sldMkLst>
      </pc:sldChg>
      <pc:sldChg chg="addSp modSp add replId">
        <pc:chgData name="Suraj Chopade" userId="S::suraj.chopade@bostoninstituteofanalytics.org::dcc44ee8-6a65-4538-a5e1-c87e14ca7a61" providerId="AD" clId="Web-{79E99A0B-E89E-FE9B-ACD5-3761BDB18D36}" dt="2023-10-06T09:28:31.539" v="1827" actId="1076"/>
        <pc:sldMkLst>
          <pc:docMk/>
          <pc:sldMk cId="411251168" sldId="435"/>
        </pc:sldMkLst>
      </pc:sldChg>
      <pc:sldChg chg="add del replId">
        <pc:chgData name="Suraj Chopade" userId="S::suraj.chopade@bostoninstituteofanalytics.org::dcc44ee8-6a65-4538-a5e1-c87e14ca7a61" providerId="AD" clId="Web-{79E99A0B-E89E-FE9B-ACD5-3761BDB18D36}" dt="2023-10-06T09:23:22.598" v="1764"/>
        <pc:sldMkLst>
          <pc:docMk/>
          <pc:sldMk cId="4250501126" sldId="435"/>
        </pc:sldMkLst>
      </pc:sldChg>
      <pc:sldChg chg="add ord replId">
        <pc:chgData name="Suraj Chopade" userId="S::suraj.chopade@bostoninstituteofanalytics.org::dcc44ee8-6a65-4538-a5e1-c87e14ca7a61" providerId="AD" clId="Web-{79E99A0B-E89E-FE9B-ACD5-3761BDB18D36}" dt="2023-10-06T09:27:00.163" v="1816"/>
        <pc:sldMkLst>
          <pc:docMk/>
          <pc:sldMk cId="3427110777" sldId="436"/>
        </pc:sldMkLst>
      </pc:sldChg>
      <pc:sldChg chg="delSp modSp add replId">
        <pc:chgData name="Suraj Chopade" userId="S::suraj.chopade@bostoninstituteofanalytics.org::dcc44ee8-6a65-4538-a5e1-c87e14ca7a61" providerId="AD" clId="Web-{79E99A0B-E89E-FE9B-ACD5-3761BDB18D36}" dt="2023-10-06T09:30:34.181" v="1868" actId="20577"/>
        <pc:sldMkLst>
          <pc:docMk/>
          <pc:sldMk cId="2873889658" sldId="437"/>
        </pc:sldMkLst>
      </pc:sldChg>
    </pc:docChg>
  </pc:docChgLst>
  <pc:docChgLst>
    <pc:chgData name="Suraj Chopade" userId="S::suraj.chopade@bostoninstituteofanalytics.org::dcc44ee8-6a65-4538-a5e1-c87e14ca7a61" providerId="AD" clId="Web-{1658E1E6-4325-2A41-9B63-5774678CA48C}"/>
    <pc:docChg chg="modSld">
      <pc:chgData name="Suraj Chopade" userId="S::suraj.chopade@bostoninstituteofanalytics.org::dcc44ee8-6a65-4538-a5e1-c87e14ca7a61" providerId="AD" clId="Web-{1658E1E6-4325-2A41-9B63-5774678CA48C}" dt="2023-10-11T09:11:49.048" v="0" actId="20577"/>
      <pc:docMkLst>
        <pc:docMk/>
      </pc:docMkLst>
      <pc:sldChg chg="modSp">
        <pc:chgData name="Suraj Chopade" userId="S::suraj.chopade@bostoninstituteofanalytics.org::dcc44ee8-6a65-4538-a5e1-c87e14ca7a61" providerId="AD" clId="Web-{1658E1E6-4325-2A41-9B63-5774678CA48C}" dt="2023-10-11T09:11:49.048" v="0" actId="20577"/>
        <pc:sldMkLst>
          <pc:docMk/>
          <pc:sldMk cId="4076578880" sldId="484"/>
        </pc:sldMkLst>
      </pc:sldChg>
    </pc:docChg>
  </pc:docChgLst>
  <pc:docChgLst>
    <pc:chgData name="Suraj Chopade" userId="S::suraj.chopade@bostoninstituteofanalytics.org::dcc44ee8-6a65-4538-a5e1-c87e14ca7a61" providerId="AD" clId="Web-{50FF7B62-4CB6-3914-F762-3A21A5A2CAD8}"/>
    <pc:docChg chg="addSld delSld modSld">
      <pc:chgData name="Suraj Chopade" userId="S::suraj.chopade@bostoninstituteofanalytics.org::dcc44ee8-6a65-4538-a5e1-c87e14ca7a61" providerId="AD" clId="Web-{50FF7B62-4CB6-3914-F762-3A21A5A2CAD8}" dt="2023-10-11T06:40:01.597" v="208" actId="14100"/>
      <pc:docMkLst>
        <pc:docMk/>
      </pc:docMkLst>
      <pc:sldChg chg="modSp">
        <pc:chgData name="Suraj Chopade" userId="S::suraj.chopade@bostoninstituteofanalytics.org::dcc44ee8-6a65-4538-a5e1-c87e14ca7a61" providerId="AD" clId="Web-{50FF7B62-4CB6-3914-F762-3A21A5A2CAD8}" dt="2023-10-11T06:19:14.271" v="12" actId="20577"/>
        <pc:sldMkLst>
          <pc:docMk/>
          <pc:sldMk cId="4076578880" sldId="484"/>
        </pc:sldMkLst>
      </pc:sldChg>
      <pc:sldChg chg="del">
        <pc:chgData name="Suraj Chopade" userId="S::suraj.chopade@bostoninstituteofanalytics.org::dcc44ee8-6a65-4538-a5e1-c87e14ca7a61" providerId="AD" clId="Web-{50FF7B62-4CB6-3914-F762-3A21A5A2CAD8}" dt="2023-10-11T06:19:39.647" v="16"/>
        <pc:sldMkLst>
          <pc:docMk/>
          <pc:sldMk cId="578900116" sldId="499"/>
        </pc:sldMkLst>
      </pc:sldChg>
      <pc:sldChg chg="del">
        <pc:chgData name="Suraj Chopade" userId="S::suraj.chopade@bostoninstituteofanalytics.org::dcc44ee8-6a65-4538-a5e1-c87e14ca7a61" providerId="AD" clId="Web-{50FF7B62-4CB6-3914-F762-3A21A5A2CAD8}" dt="2023-10-11T06:19:39.647" v="15"/>
        <pc:sldMkLst>
          <pc:docMk/>
          <pc:sldMk cId="3708449144" sldId="509"/>
        </pc:sldMkLst>
      </pc:sldChg>
      <pc:sldChg chg="del">
        <pc:chgData name="Suraj Chopade" userId="S::suraj.chopade@bostoninstituteofanalytics.org::dcc44ee8-6a65-4538-a5e1-c87e14ca7a61" providerId="AD" clId="Web-{50FF7B62-4CB6-3914-F762-3A21A5A2CAD8}" dt="2023-10-11T06:19:39.647" v="14"/>
        <pc:sldMkLst>
          <pc:docMk/>
          <pc:sldMk cId="3495677414" sldId="510"/>
        </pc:sldMkLst>
      </pc:sldChg>
      <pc:sldChg chg="del">
        <pc:chgData name="Suraj Chopade" userId="S::suraj.chopade@bostoninstituteofanalytics.org::dcc44ee8-6a65-4538-a5e1-c87e14ca7a61" providerId="AD" clId="Web-{50FF7B62-4CB6-3914-F762-3A21A5A2CAD8}" dt="2023-10-11T06:19:39.647" v="13"/>
        <pc:sldMkLst>
          <pc:docMk/>
          <pc:sldMk cId="2861758974" sldId="511"/>
        </pc:sldMkLst>
      </pc:sldChg>
      <pc:sldChg chg="del">
        <pc:chgData name="Suraj Chopade" userId="S::suraj.chopade@bostoninstituteofanalytics.org::dcc44ee8-6a65-4538-a5e1-c87e14ca7a61" providerId="AD" clId="Web-{50FF7B62-4CB6-3914-F762-3A21A5A2CAD8}" dt="2023-10-11T06:19:47.616" v="24"/>
        <pc:sldMkLst>
          <pc:docMk/>
          <pc:sldMk cId="614264639" sldId="513"/>
        </pc:sldMkLst>
      </pc:sldChg>
      <pc:sldChg chg="addSp modSp add replId">
        <pc:chgData name="Suraj Chopade" userId="S::suraj.chopade@bostoninstituteofanalytics.org::dcc44ee8-6a65-4538-a5e1-c87e14ca7a61" providerId="AD" clId="Web-{50FF7B62-4CB6-3914-F762-3A21A5A2CAD8}" dt="2023-10-11T06:24:33.813" v="62" actId="1076"/>
        <pc:sldMkLst>
          <pc:docMk/>
          <pc:sldMk cId="3080017173" sldId="513"/>
        </pc:sldMkLst>
      </pc:sldChg>
      <pc:sldChg chg="del">
        <pc:chgData name="Suraj Chopade" userId="S::suraj.chopade@bostoninstituteofanalytics.org::dcc44ee8-6a65-4538-a5e1-c87e14ca7a61" providerId="AD" clId="Web-{50FF7B62-4CB6-3914-F762-3A21A5A2CAD8}" dt="2023-10-11T06:19:47.616" v="23"/>
        <pc:sldMkLst>
          <pc:docMk/>
          <pc:sldMk cId="1087223380" sldId="514"/>
        </pc:sldMkLst>
      </pc:sldChg>
      <pc:sldChg chg="addSp delSp modSp add replId">
        <pc:chgData name="Suraj Chopade" userId="S::suraj.chopade@bostoninstituteofanalytics.org::dcc44ee8-6a65-4538-a5e1-c87e14ca7a61" providerId="AD" clId="Web-{50FF7B62-4CB6-3914-F762-3A21A5A2CAD8}" dt="2023-10-11T06:26:52.990" v="98" actId="20577"/>
        <pc:sldMkLst>
          <pc:docMk/>
          <pc:sldMk cId="3573858950" sldId="514"/>
        </pc:sldMkLst>
      </pc:sldChg>
      <pc:sldChg chg="del">
        <pc:chgData name="Suraj Chopade" userId="S::suraj.chopade@bostoninstituteofanalytics.org::dcc44ee8-6a65-4538-a5e1-c87e14ca7a61" providerId="AD" clId="Web-{50FF7B62-4CB6-3914-F762-3A21A5A2CAD8}" dt="2023-10-11T06:19:47.616" v="22"/>
        <pc:sldMkLst>
          <pc:docMk/>
          <pc:sldMk cId="3366673927" sldId="515"/>
        </pc:sldMkLst>
      </pc:sldChg>
      <pc:sldChg chg="modSp add replId">
        <pc:chgData name="Suraj Chopade" userId="S::suraj.chopade@bostoninstituteofanalytics.org::dcc44ee8-6a65-4538-a5e1-c87e14ca7a61" providerId="AD" clId="Web-{50FF7B62-4CB6-3914-F762-3A21A5A2CAD8}" dt="2023-10-11T06:29:31.293" v="153" actId="20577"/>
        <pc:sldMkLst>
          <pc:docMk/>
          <pc:sldMk cId="4217137610" sldId="515"/>
        </pc:sldMkLst>
      </pc:sldChg>
      <pc:sldChg chg="del">
        <pc:chgData name="Suraj Chopade" userId="S::suraj.chopade@bostoninstituteofanalytics.org::dcc44ee8-6a65-4538-a5e1-c87e14ca7a61" providerId="AD" clId="Web-{50FF7B62-4CB6-3914-F762-3A21A5A2CAD8}" dt="2023-10-11T06:19:47.616" v="21"/>
        <pc:sldMkLst>
          <pc:docMk/>
          <pc:sldMk cId="420446522" sldId="516"/>
        </pc:sldMkLst>
      </pc:sldChg>
      <pc:sldChg chg="addSp delSp modSp add replId">
        <pc:chgData name="Suraj Chopade" userId="S::suraj.chopade@bostoninstituteofanalytics.org::dcc44ee8-6a65-4538-a5e1-c87e14ca7a61" providerId="AD" clId="Web-{50FF7B62-4CB6-3914-F762-3A21A5A2CAD8}" dt="2023-10-11T06:31:33.563" v="169" actId="1076"/>
        <pc:sldMkLst>
          <pc:docMk/>
          <pc:sldMk cId="1413599815" sldId="516"/>
        </pc:sldMkLst>
      </pc:sldChg>
      <pc:sldChg chg="addSp delSp modSp add replId">
        <pc:chgData name="Suraj Chopade" userId="S::suraj.chopade@bostoninstituteofanalytics.org::dcc44ee8-6a65-4538-a5e1-c87e14ca7a61" providerId="AD" clId="Web-{50FF7B62-4CB6-3914-F762-3A21A5A2CAD8}" dt="2023-10-11T06:40:01.597" v="208" actId="14100"/>
        <pc:sldMkLst>
          <pc:docMk/>
          <pc:sldMk cId="68176441" sldId="517"/>
        </pc:sldMkLst>
      </pc:sldChg>
      <pc:sldChg chg="del">
        <pc:chgData name="Suraj Chopade" userId="S::suraj.chopade@bostoninstituteofanalytics.org::dcc44ee8-6a65-4538-a5e1-c87e14ca7a61" providerId="AD" clId="Web-{50FF7B62-4CB6-3914-F762-3A21A5A2CAD8}" dt="2023-10-11T06:19:47.616" v="20"/>
        <pc:sldMkLst>
          <pc:docMk/>
          <pc:sldMk cId="696253128" sldId="518"/>
        </pc:sldMkLst>
      </pc:sldChg>
      <pc:sldChg chg="delSp modSp add replId">
        <pc:chgData name="Suraj Chopade" userId="S::suraj.chopade@bostoninstituteofanalytics.org::dcc44ee8-6a65-4538-a5e1-c87e14ca7a61" providerId="AD" clId="Web-{50FF7B62-4CB6-3914-F762-3A21A5A2CAD8}" dt="2023-10-11T06:39:18.798" v="206" actId="14100"/>
        <pc:sldMkLst>
          <pc:docMk/>
          <pc:sldMk cId="978294003" sldId="518"/>
        </pc:sldMkLst>
      </pc:sldChg>
      <pc:sldChg chg="del">
        <pc:chgData name="Suraj Chopade" userId="S::suraj.chopade@bostoninstituteofanalytics.org::dcc44ee8-6a65-4538-a5e1-c87e14ca7a61" providerId="AD" clId="Web-{50FF7B62-4CB6-3914-F762-3A21A5A2CAD8}" dt="2023-10-11T06:19:47.600" v="19"/>
        <pc:sldMkLst>
          <pc:docMk/>
          <pc:sldMk cId="3421483834" sldId="519"/>
        </pc:sldMkLst>
      </pc:sldChg>
      <pc:sldChg chg="del">
        <pc:chgData name="Suraj Chopade" userId="S::suraj.chopade@bostoninstituteofanalytics.org::dcc44ee8-6a65-4538-a5e1-c87e14ca7a61" providerId="AD" clId="Web-{50FF7B62-4CB6-3914-F762-3A21A5A2CAD8}" dt="2023-10-11T06:19:47.600" v="18"/>
        <pc:sldMkLst>
          <pc:docMk/>
          <pc:sldMk cId="3840755790" sldId="521"/>
        </pc:sldMkLst>
      </pc:sldChg>
      <pc:sldChg chg="del">
        <pc:chgData name="Suraj Chopade" userId="S::suraj.chopade@bostoninstituteofanalytics.org::dcc44ee8-6a65-4538-a5e1-c87e14ca7a61" providerId="AD" clId="Web-{50FF7B62-4CB6-3914-F762-3A21A5A2CAD8}" dt="2023-10-11T06:19:47.600" v="17"/>
        <pc:sldMkLst>
          <pc:docMk/>
          <pc:sldMk cId="236609953" sldId="522"/>
        </pc:sldMkLst>
      </pc:sldChg>
    </pc:docChg>
  </pc:docChgLst>
  <pc:docChgLst>
    <pc:chgData name="Poomathi Thangarasu" userId="04b7684679461d60" providerId="LiveId" clId="{D5E05A5B-0E19-427C-80FF-B5ED72C3C403}"/>
    <pc:docChg chg="custSel addSld delSld modSld sldOrd">
      <pc:chgData name="Poomathi Thangarasu" userId="04b7684679461d60" providerId="LiveId" clId="{D5E05A5B-0E19-427C-80FF-B5ED72C3C403}" dt="2024-12-07T14:12:23.307" v="67" actId="1076"/>
      <pc:docMkLst>
        <pc:docMk/>
      </pc:docMkLst>
      <pc:sldChg chg="ord">
        <pc:chgData name="Poomathi Thangarasu" userId="04b7684679461d60" providerId="LiveId" clId="{D5E05A5B-0E19-427C-80FF-B5ED72C3C403}" dt="2024-12-07T13:05:28.193" v="14"/>
        <pc:sldMkLst>
          <pc:docMk/>
          <pc:sldMk cId="3573858950" sldId="514"/>
        </pc:sldMkLst>
      </pc:sldChg>
      <pc:sldChg chg="ord">
        <pc:chgData name="Poomathi Thangarasu" userId="04b7684679461d60" providerId="LiveId" clId="{D5E05A5B-0E19-427C-80FF-B5ED72C3C403}" dt="2024-12-07T12:31:46.979" v="10"/>
        <pc:sldMkLst>
          <pc:docMk/>
          <pc:sldMk cId="3146570716" sldId="519"/>
        </pc:sldMkLst>
      </pc:sldChg>
      <pc:sldChg chg="del">
        <pc:chgData name="Poomathi Thangarasu" userId="04b7684679461d60" providerId="LiveId" clId="{D5E05A5B-0E19-427C-80FF-B5ED72C3C403}" dt="2024-12-07T12:17:10.463" v="0" actId="47"/>
        <pc:sldMkLst>
          <pc:docMk/>
          <pc:sldMk cId="2080988166" sldId="573"/>
        </pc:sldMkLst>
      </pc:sldChg>
      <pc:sldChg chg="ord">
        <pc:chgData name="Poomathi Thangarasu" userId="04b7684679461d60" providerId="LiveId" clId="{D5E05A5B-0E19-427C-80FF-B5ED72C3C403}" dt="2024-12-07T14:04:21.717" v="59"/>
        <pc:sldMkLst>
          <pc:docMk/>
          <pc:sldMk cId="730192474" sldId="595"/>
        </pc:sldMkLst>
      </pc:sldChg>
      <pc:sldChg chg="addSp delSp modSp add mod">
        <pc:chgData name="Poomathi Thangarasu" userId="04b7684679461d60" providerId="LiveId" clId="{D5E05A5B-0E19-427C-80FF-B5ED72C3C403}" dt="2024-12-07T13:33:51.897" v="32" actId="1076"/>
        <pc:sldMkLst>
          <pc:docMk/>
          <pc:sldMk cId="673401173" sldId="598"/>
        </pc:sldMkLst>
        <pc:spChg chg="del">
          <ac:chgData name="Poomathi Thangarasu" userId="04b7684679461d60" providerId="LiveId" clId="{D5E05A5B-0E19-427C-80FF-B5ED72C3C403}" dt="2024-12-07T13:32:24.456" v="16" actId="478"/>
          <ac:spMkLst>
            <pc:docMk/>
            <pc:sldMk cId="673401173" sldId="598"/>
            <ac:spMk id="4" creationId="{14F91A40-E72A-8D6E-EDCC-9DBF9DC81017}"/>
          </ac:spMkLst>
        </pc:spChg>
        <pc:spChg chg="del">
          <ac:chgData name="Poomathi Thangarasu" userId="04b7684679461d60" providerId="LiveId" clId="{D5E05A5B-0E19-427C-80FF-B5ED72C3C403}" dt="2024-12-07T13:32:24.456" v="16" actId="478"/>
          <ac:spMkLst>
            <pc:docMk/>
            <pc:sldMk cId="673401173" sldId="598"/>
            <ac:spMk id="6" creationId="{31A3BB5B-9245-548C-4ADB-2E4B29DD81C7}"/>
          </ac:spMkLst>
        </pc:spChg>
        <pc:picChg chg="del">
          <ac:chgData name="Poomathi Thangarasu" userId="04b7684679461d60" providerId="LiveId" clId="{D5E05A5B-0E19-427C-80FF-B5ED72C3C403}" dt="2024-12-07T13:32:24.456" v="16" actId="478"/>
          <ac:picMkLst>
            <pc:docMk/>
            <pc:sldMk cId="673401173" sldId="598"/>
            <ac:picMk id="3" creationId="{AB68708C-39B5-09D4-EEA4-5CC7C0A0DB4C}"/>
          </ac:picMkLst>
        </pc:picChg>
        <pc:picChg chg="add mod">
          <ac:chgData name="Poomathi Thangarasu" userId="04b7684679461d60" providerId="LiveId" clId="{D5E05A5B-0E19-427C-80FF-B5ED72C3C403}" dt="2024-12-07T13:32:45.007" v="21" actId="14100"/>
          <ac:picMkLst>
            <pc:docMk/>
            <pc:sldMk cId="673401173" sldId="598"/>
            <ac:picMk id="5" creationId="{1A82826B-3E05-6E7C-794B-12FCF523EE47}"/>
          </ac:picMkLst>
        </pc:picChg>
        <pc:picChg chg="add mod">
          <ac:chgData name="Poomathi Thangarasu" userId="04b7684679461d60" providerId="LiveId" clId="{D5E05A5B-0E19-427C-80FF-B5ED72C3C403}" dt="2024-12-07T13:32:47.463" v="22" actId="14100"/>
          <ac:picMkLst>
            <pc:docMk/>
            <pc:sldMk cId="673401173" sldId="598"/>
            <ac:picMk id="10" creationId="{D2270F14-55E0-F9A9-EBF4-46AE0311BBDF}"/>
          </ac:picMkLst>
        </pc:picChg>
        <pc:picChg chg="add mod">
          <ac:chgData name="Poomathi Thangarasu" userId="04b7684679461d60" providerId="LiveId" clId="{D5E05A5B-0E19-427C-80FF-B5ED72C3C403}" dt="2024-12-07T13:33:49.763" v="31" actId="1076"/>
          <ac:picMkLst>
            <pc:docMk/>
            <pc:sldMk cId="673401173" sldId="598"/>
            <ac:picMk id="12" creationId="{9ED76E2C-2F84-DFD4-98D4-96B9E93C4A96}"/>
          </ac:picMkLst>
        </pc:picChg>
        <pc:picChg chg="add mod">
          <ac:chgData name="Poomathi Thangarasu" userId="04b7684679461d60" providerId="LiveId" clId="{D5E05A5B-0E19-427C-80FF-B5ED72C3C403}" dt="2024-12-07T13:33:51.897" v="32" actId="1076"/>
          <ac:picMkLst>
            <pc:docMk/>
            <pc:sldMk cId="673401173" sldId="598"/>
            <ac:picMk id="14" creationId="{52285B3B-6E9D-66B0-5A3D-099332ECC90C}"/>
          </ac:picMkLst>
        </pc:picChg>
      </pc:sldChg>
      <pc:sldChg chg="addSp delSp modSp add mod ord">
        <pc:chgData name="Poomathi Thangarasu" userId="04b7684679461d60" providerId="LiveId" clId="{D5E05A5B-0E19-427C-80FF-B5ED72C3C403}" dt="2024-12-07T13:38:21.566" v="42"/>
        <pc:sldMkLst>
          <pc:docMk/>
          <pc:sldMk cId="765723547" sldId="599"/>
        </pc:sldMkLst>
        <pc:spChg chg="del">
          <ac:chgData name="Poomathi Thangarasu" userId="04b7684679461d60" providerId="LiveId" clId="{D5E05A5B-0E19-427C-80FF-B5ED72C3C403}" dt="2024-12-07T13:36:57.062" v="34" actId="478"/>
          <ac:spMkLst>
            <pc:docMk/>
            <pc:sldMk cId="765723547" sldId="599"/>
            <ac:spMk id="10" creationId="{8A2D5217-3069-D592-A0BE-ADAE4A91B4B7}"/>
          </ac:spMkLst>
        </pc:spChg>
        <pc:spChg chg="del">
          <ac:chgData name="Poomathi Thangarasu" userId="04b7684679461d60" providerId="LiveId" clId="{D5E05A5B-0E19-427C-80FF-B5ED72C3C403}" dt="2024-12-07T13:36:57.062" v="34" actId="478"/>
          <ac:spMkLst>
            <pc:docMk/>
            <pc:sldMk cId="765723547" sldId="599"/>
            <ac:spMk id="11" creationId="{EA587DC7-FBD1-1E8A-CCB0-3E85EC2D0719}"/>
          </ac:spMkLst>
        </pc:spChg>
        <pc:picChg chg="add mod">
          <ac:chgData name="Poomathi Thangarasu" userId="04b7684679461d60" providerId="LiveId" clId="{D5E05A5B-0E19-427C-80FF-B5ED72C3C403}" dt="2024-12-07T13:37:11.495" v="36" actId="1076"/>
          <ac:picMkLst>
            <pc:docMk/>
            <pc:sldMk cId="765723547" sldId="599"/>
            <ac:picMk id="3" creationId="{F7EFF318-9EBA-AB8C-2B43-6887967EEDE4}"/>
          </ac:picMkLst>
        </pc:picChg>
        <pc:picChg chg="del">
          <ac:chgData name="Poomathi Thangarasu" userId="04b7684679461d60" providerId="LiveId" clId="{D5E05A5B-0E19-427C-80FF-B5ED72C3C403}" dt="2024-12-07T13:36:57.062" v="34" actId="478"/>
          <ac:picMkLst>
            <pc:docMk/>
            <pc:sldMk cId="765723547" sldId="599"/>
            <ac:picMk id="5" creationId="{8F183554-D3AD-6BB9-86D8-9B9BA396B9F9}"/>
          </ac:picMkLst>
        </pc:picChg>
        <pc:picChg chg="add mod">
          <ac:chgData name="Poomathi Thangarasu" userId="04b7684679461d60" providerId="LiveId" clId="{D5E05A5B-0E19-427C-80FF-B5ED72C3C403}" dt="2024-12-07T13:37:27.903" v="38" actId="1076"/>
          <ac:picMkLst>
            <pc:docMk/>
            <pc:sldMk cId="765723547" sldId="599"/>
            <ac:picMk id="6" creationId="{0EE0B20F-6B84-C78C-804F-5FDD76D56BDB}"/>
          </ac:picMkLst>
        </pc:picChg>
        <pc:picChg chg="del">
          <ac:chgData name="Poomathi Thangarasu" userId="04b7684679461d60" providerId="LiveId" clId="{D5E05A5B-0E19-427C-80FF-B5ED72C3C403}" dt="2024-12-07T13:36:57.062" v="34" actId="478"/>
          <ac:picMkLst>
            <pc:docMk/>
            <pc:sldMk cId="765723547" sldId="599"/>
            <ac:picMk id="13" creationId="{A59E7A70-23D8-5075-D8DE-6FF21ACDDC84}"/>
          </ac:picMkLst>
        </pc:picChg>
      </pc:sldChg>
      <pc:sldChg chg="addSp delSp modSp add mod">
        <pc:chgData name="Poomathi Thangarasu" userId="04b7684679461d60" providerId="LiveId" clId="{D5E05A5B-0E19-427C-80FF-B5ED72C3C403}" dt="2024-12-07T13:51:16.675" v="51" actId="1076"/>
        <pc:sldMkLst>
          <pc:docMk/>
          <pc:sldMk cId="2509121877" sldId="600"/>
        </pc:sldMkLst>
        <pc:spChg chg="del">
          <ac:chgData name="Poomathi Thangarasu" userId="04b7684679461d60" providerId="LiveId" clId="{D5E05A5B-0E19-427C-80FF-B5ED72C3C403}" dt="2024-12-07T13:50:23.398" v="45" actId="478"/>
          <ac:spMkLst>
            <pc:docMk/>
            <pc:sldMk cId="2509121877" sldId="600"/>
            <ac:spMk id="42" creationId="{B4C7E4F4-E997-04C9-FC1E-0069DE7D8AA5}"/>
          </ac:spMkLst>
        </pc:spChg>
        <pc:graphicFrameChg chg="del">
          <ac:chgData name="Poomathi Thangarasu" userId="04b7684679461d60" providerId="LiveId" clId="{D5E05A5B-0E19-427C-80FF-B5ED72C3C403}" dt="2024-12-07T13:50:21.549" v="44" actId="478"/>
          <ac:graphicFrameMkLst>
            <pc:docMk/>
            <pc:sldMk cId="2509121877" sldId="600"/>
            <ac:graphicFrameMk id="14" creationId="{2F62C837-7357-316D-6F73-723514C42D12}"/>
          </ac:graphicFrameMkLst>
        </pc:graphicFrameChg>
        <pc:picChg chg="add mod">
          <ac:chgData name="Poomathi Thangarasu" userId="04b7684679461d60" providerId="LiveId" clId="{D5E05A5B-0E19-427C-80FF-B5ED72C3C403}" dt="2024-12-07T13:50:47.855" v="47" actId="1076"/>
          <ac:picMkLst>
            <pc:docMk/>
            <pc:sldMk cId="2509121877" sldId="600"/>
            <ac:picMk id="3" creationId="{7F44A6FD-A7C6-89AB-4FA7-72A38374EBDC}"/>
          </ac:picMkLst>
        </pc:picChg>
        <pc:picChg chg="add mod modCrop">
          <ac:chgData name="Poomathi Thangarasu" userId="04b7684679461d60" providerId="LiveId" clId="{D5E05A5B-0E19-427C-80FF-B5ED72C3C403}" dt="2024-12-07T13:51:16.675" v="51" actId="1076"/>
          <ac:picMkLst>
            <pc:docMk/>
            <pc:sldMk cId="2509121877" sldId="600"/>
            <ac:picMk id="6" creationId="{6B3A72A7-E109-4FC7-32B3-EDFF3CAA076E}"/>
          </ac:picMkLst>
        </pc:picChg>
      </pc:sldChg>
      <pc:sldChg chg="addSp delSp modSp add mod">
        <pc:chgData name="Poomathi Thangarasu" userId="04b7684679461d60" providerId="LiveId" clId="{D5E05A5B-0E19-427C-80FF-B5ED72C3C403}" dt="2024-12-07T13:51:59.960" v="57" actId="1076"/>
        <pc:sldMkLst>
          <pc:docMk/>
          <pc:sldMk cId="1317866290" sldId="601"/>
        </pc:sldMkLst>
        <pc:picChg chg="del">
          <ac:chgData name="Poomathi Thangarasu" userId="04b7684679461d60" providerId="LiveId" clId="{D5E05A5B-0E19-427C-80FF-B5ED72C3C403}" dt="2024-12-07T13:51:21.317" v="53" actId="478"/>
          <ac:picMkLst>
            <pc:docMk/>
            <pc:sldMk cId="1317866290" sldId="601"/>
            <ac:picMk id="3" creationId="{24143D63-7074-6D3E-7046-2579DDC88895}"/>
          </ac:picMkLst>
        </pc:picChg>
        <pc:picChg chg="add mod">
          <ac:chgData name="Poomathi Thangarasu" userId="04b7684679461d60" providerId="LiveId" clId="{D5E05A5B-0E19-427C-80FF-B5ED72C3C403}" dt="2024-12-07T13:51:35.642" v="55" actId="1076"/>
          <ac:picMkLst>
            <pc:docMk/>
            <pc:sldMk cId="1317866290" sldId="601"/>
            <ac:picMk id="5" creationId="{3DEF0BF5-FE07-1855-A289-7EFE30CF22D6}"/>
          </ac:picMkLst>
        </pc:picChg>
        <pc:picChg chg="del">
          <ac:chgData name="Poomathi Thangarasu" userId="04b7684679461d60" providerId="LiveId" clId="{D5E05A5B-0E19-427C-80FF-B5ED72C3C403}" dt="2024-12-07T13:51:21.317" v="53" actId="478"/>
          <ac:picMkLst>
            <pc:docMk/>
            <pc:sldMk cId="1317866290" sldId="601"/>
            <ac:picMk id="6" creationId="{F67048E1-8579-65A6-E58B-7914A194AE8E}"/>
          </ac:picMkLst>
        </pc:picChg>
        <pc:picChg chg="add mod">
          <ac:chgData name="Poomathi Thangarasu" userId="04b7684679461d60" providerId="LiveId" clId="{D5E05A5B-0E19-427C-80FF-B5ED72C3C403}" dt="2024-12-07T13:51:59.960" v="57" actId="1076"/>
          <ac:picMkLst>
            <pc:docMk/>
            <pc:sldMk cId="1317866290" sldId="601"/>
            <ac:picMk id="8" creationId="{07ADEF27-AF45-DCD6-398A-EF8EBACF4EE6}"/>
          </ac:picMkLst>
        </pc:picChg>
      </pc:sldChg>
      <pc:sldChg chg="addSp delSp modSp add mod">
        <pc:chgData name="Poomathi Thangarasu" userId="04b7684679461d60" providerId="LiveId" clId="{D5E05A5B-0E19-427C-80FF-B5ED72C3C403}" dt="2024-12-07T14:12:23.307" v="67" actId="1076"/>
        <pc:sldMkLst>
          <pc:docMk/>
          <pc:sldMk cId="46525408" sldId="602"/>
        </pc:sldMkLst>
        <pc:spChg chg="add">
          <ac:chgData name="Poomathi Thangarasu" userId="04b7684679461d60" providerId="LiveId" clId="{D5E05A5B-0E19-427C-80FF-B5ED72C3C403}" dt="2024-12-07T14:11:52.205" v="62"/>
          <ac:spMkLst>
            <pc:docMk/>
            <pc:sldMk cId="46525408" sldId="602"/>
            <ac:spMk id="2" creationId="{874CE215-8B3E-295F-985C-93FE7BF181F5}"/>
          </ac:spMkLst>
        </pc:spChg>
        <pc:picChg chg="del">
          <ac:chgData name="Poomathi Thangarasu" userId="04b7684679461d60" providerId="LiveId" clId="{D5E05A5B-0E19-427C-80FF-B5ED72C3C403}" dt="2024-12-07T14:11:51.244" v="61" actId="478"/>
          <ac:picMkLst>
            <pc:docMk/>
            <pc:sldMk cId="46525408" sldId="602"/>
            <ac:picMk id="3" creationId="{23C495EE-379B-687F-802E-BF661CF86906}"/>
          </ac:picMkLst>
        </pc:picChg>
        <pc:picChg chg="add mod">
          <ac:chgData name="Poomathi Thangarasu" userId="04b7684679461d60" providerId="LiveId" clId="{D5E05A5B-0E19-427C-80FF-B5ED72C3C403}" dt="2024-12-07T14:12:00.083" v="65" actId="1076"/>
          <ac:picMkLst>
            <pc:docMk/>
            <pc:sldMk cId="46525408" sldId="602"/>
            <ac:picMk id="5" creationId="{8210F224-F6AB-E0CC-4134-1CDE8886736B}"/>
          </ac:picMkLst>
        </pc:picChg>
        <pc:picChg chg="add mod">
          <ac:chgData name="Poomathi Thangarasu" userId="04b7684679461d60" providerId="LiveId" clId="{D5E05A5B-0E19-427C-80FF-B5ED72C3C403}" dt="2024-12-07T14:12:23.307" v="67" actId="1076"/>
          <ac:picMkLst>
            <pc:docMk/>
            <pc:sldMk cId="46525408" sldId="602"/>
            <ac:picMk id="7" creationId="{09630BC8-8A0A-ED6A-EDB1-432D3C3E2A74}"/>
          </ac:picMkLst>
        </pc:picChg>
      </pc:sldChg>
    </pc:docChg>
  </pc:docChgLst>
  <pc:docChgLst>
    <pc:chgData name="Suraj Chopade" userId="S::suraj.chopade@bostoninstituteofanalytics.org::dcc44ee8-6a65-4538-a5e1-c87e14ca7a61" providerId="AD" clId="Web-{6A013C22-3411-2CB4-64D5-9F83FB4D13A1}"/>
    <pc:docChg chg="delSld modSld">
      <pc:chgData name="Suraj Chopade" userId="S::suraj.chopade@bostoninstituteofanalytics.org::dcc44ee8-6a65-4538-a5e1-c87e14ca7a61" providerId="AD" clId="Web-{6A013C22-3411-2CB4-64D5-9F83FB4D13A1}" dt="2023-10-10T07:04:28.310" v="39" actId="1076"/>
      <pc:docMkLst>
        <pc:docMk/>
      </pc:docMkLst>
      <pc:sldChg chg="modSp">
        <pc:chgData name="Suraj Chopade" userId="S::suraj.chopade@bostoninstituteofanalytics.org::dcc44ee8-6a65-4538-a5e1-c87e14ca7a61" providerId="AD" clId="Web-{6A013C22-3411-2CB4-64D5-9F83FB4D13A1}" dt="2023-10-10T07:03:25.105" v="16" actId="1076"/>
        <pc:sldMkLst>
          <pc:docMk/>
          <pc:sldMk cId="4076578880" sldId="484"/>
        </pc:sldMkLst>
      </pc:sldChg>
      <pc:sldChg chg="modSp">
        <pc:chgData name="Suraj Chopade" userId="S::suraj.chopade@bostoninstituteofanalytics.org::dcc44ee8-6a65-4538-a5e1-c87e14ca7a61" providerId="AD" clId="Web-{6A013C22-3411-2CB4-64D5-9F83FB4D13A1}" dt="2023-10-10T07:04:28.310" v="39" actId="1076"/>
        <pc:sldMkLst>
          <pc:docMk/>
          <pc:sldMk cId="578900116" sldId="499"/>
        </pc:sldMkLst>
      </pc:sldChg>
      <pc:sldChg chg="del">
        <pc:chgData name="Suraj Chopade" userId="S::suraj.chopade@bostoninstituteofanalytics.org::dcc44ee8-6a65-4538-a5e1-c87e14ca7a61" providerId="AD" clId="Web-{6A013C22-3411-2CB4-64D5-9F83FB4D13A1}" dt="2023-10-10T07:04:01.669" v="30"/>
        <pc:sldMkLst>
          <pc:docMk/>
          <pc:sldMk cId="2109058008" sldId="508"/>
        </pc:sldMkLst>
      </pc:sldChg>
      <pc:sldChg chg="del">
        <pc:chgData name="Suraj Chopade" userId="S::suraj.chopade@bostoninstituteofanalytics.org::dcc44ee8-6a65-4538-a5e1-c87e14ca7a61" providerId="AD" clId="Web-{6A013C22-3411-2CB4-64D5-9F83FB4D13A1}" dt="2023-10-10T07:04:01.669" v="29"/>
        <pc:sldMkLst>
          <pc:docMk/>
          <pc:sldMk cId="4073982884" sldId="509"/>
        </pc:sldMkLst>
      </pc:sldChg>
      <pc:sldChg chg="del">
        <pc:chgData name="Suraj Chopade" userId="S::suraj.chopade@bostoninstituteofanalytics.org::dcc44ee8-6a65-4538-a5e1-c87e14ca7a61" providerId="AD" clId="Web-{6A013C22-3411-2CB4-64D5-9F83FB4D13A1}" dt="2023-10-10T07:04:01.669" v="28"/>
        <pc:sldMkLst>
          <pc:docMk/>
          <pc:sldMk cId="3673880535" sldId="510"/>
        </pc:sldMkLst>
      </pc:sldChg>
      <pc:sldChg chg="del">
        <pc:chgData name="Suraj Chopade" userId="S::suraj.chopade@bostoninstituteofanalytics.org::dcc44ee8-6a65-4538-a5e1-c87e14ca7a61" providerId="AD" clId="Web-{6A013C22-3411-2CB4-64D5-9F83FB4D13A1}" dt="2023-10-10T07:04:01.669" v="27"/>
        <pc:sldMkLst>
          <pc:docMk/>
          <pc:sldMk cId="3348851846" sldId="511"/>
        </pc:sldMkLst>
      </pc:sldChg>
      <pc:sldChg chg="del">
        <pc:chgData name="Suraj Chopade" userId="S::suraj.chopade@bostoninstituteofanalytics.org::dcc44ee8-6a65-4538-a5e1-c87e14ca7a61" providerId="AD" clId="Web-{6A013C22-3411-2CB4-64D5-9F83FB4D13A1}" dt="2023-10-10T07:04:01.669" v="26"/>
        <pc:sldMkLst>
          <pc:docMk/>
          <pc:sldMk cId="2783178602" sldId="512"/>
        </pc:sldMkLst>
      </pc:sldChg>
      <pc:sldChg chg="del">
        <pc:chgData name="Suraj Chopade" userId="S::suraj.chopade@bostoninstituteofanalytics.org::dcc44ee8-6a65-4538-a5e1-c87e14ca7a61" providerId="AD" clId="Web-{6A013C22-3411-2CB4-64D5-9F83FB4D13A1}" dt="2023-10-10T07:04:01.669" v="25"/>
        <pc:sldMkLst>
          <pc:docMk/>
          <pc:sldMk cId="1934922367" sldId="513"/>
        </pc:sldMkLst>
      </pc:sldChg>
      <pc:sldChg chg="del">
        <pc:chgData name="Suraj Chopade" userId="S::suraj.chopade@bostoninstituteofanalytics.org::dcc44ee8-6a65-4538-a5e1-c87e14ca7a61" providerId="AD" clId="Web-{6A013C22-3411-2CB4-64D5-9F83FB4D13A1}" dt="2023-10-10T07:04:01.653" v="24"/>
        <pc:sldMkLst>
          <pc:docMk/>
          <pc:sldMk cId="1143699311" sldId="514"/>
        </pc:sldMkLst>
      </pc:sldChg>
      <pc:sldChg chg="del">
        <pc:chgData name="Suraj Chopade" userId="S::suraj.chopade@bostoninstituteofanalytics.org::dcc44ee8-6a65-4538-a5e1-c87e14ca7a61" providerId="AD" clId="Web-{6A013C22-3411-2CB4-64D5-9F83FB4D13A1}" dt="2023-10-10T07:04:01.653" v="23"/>
        <pc:sldMkLst>
          <pc:docMk/>
          <pc:sldMk cId="1515212310" sldId="515"/>
        </pc:sldMkLst>
      </pc:sldChg>
      <pc:sldChg chg="del">
        <pc:chgData name="Suraj Chopade" userId="S::suraj.chopade@bostoninstituteofanalytics.org::dcc44ee8-6a65-4538-a5e1-c87e14ca7a61" providerId="AD" clId="Web-{6A013C22-3411-2CB4-64D5-9F83FB4D13A1}" dt="2023-10-10T07:04:01.653" v="22"/>
        <pc:sldMkLst>
          <pc:docMk/>
          <pc:sldMk cId="3995488828" sldId="516"/>
        </pc:sldMkLst>
      </pc:sldChg>
      <pc:sldChg chg="del">
        <pc:chgData name="Suraj Chopade" userId="S::suraj.chopade@bostoninstituteofanalytics.org::dcc44ee8-6a65-4538-a5e1-c87e14ca7a61" providerId="AD" clId="Web-{6A013C22-3411-2CB4-64D5-9F83FB4D13A1}" dt="2023-10-10T07:04:01.653" v="21"/>
        <pc:sldMkLst>
          <pc:docMk/>
          <pc:sldMk cId="165767550" sldId="518"/>
        </pc:sldMkLst>
      </pc:sldChg>
      <pc:sldChg chg="del">
        <pc:chgData name="Suraj Chopade" userId="S::suraj.chopade@bostoninstituteofanalytics.org::dcc44ee8-6a65-4538-a5e1-c87e14ca7a61" providerId="AD" clId="Web-{6A013C22-3411-2CB4-64D5-9F83FB4D13A1}" dt="2023-10-10T07:04:01.653" v="20"/>
        <pc:sldMkLst>
          <pc:docMk/>
          <pc:sldMk cId="1155787438" sldId="519"/>
        </pc:sldMkLst>
      </pc:sldChg>
      <pc:sldChg chg="del">
        <pc:chgData name="Suraj Chopade" userId="S::suraj.chopade@bostoninstituteofanalytics.org::dcc44ee8-6a65-4538-a5e1-c87e14ca7a61" providerId="AD" clId="Web-{6A013C22-3411-2CB4-64D5-9F83FB4D13A1}" dt="2023-10-10T07:04:01.653" v="19"/>
        <pc:sldMkLst>
          <pc:docMk/>
          <pc:sldMk cId="754042340" sldId="520"/>
        </pc:sldMkLst>
      </pc:sldChg>
      <pc:sldChg chg="del">
        <pc:chgData name="Suraj Chopade" userId="S::suraj.chopade@bostoninstituteofanalytics.org::dcc44ee8-6a65-4538-a5e1-c87e14ca7a61" providerId="AD" clId="Web-{6A013C22-3411-2CB4-64D5-9F83FB4D13A1}" dt="2023-10-10T07:04:01.637" v="18"/>
        <pc:sldMkLst>
          <pc:docMk/>
          <pc:sldMk cId="2101259226" sldId="521"/>
        </pc:sldMkLst>
      </pc:sldChg>
      <pc:sldChg chg="del">
        <pc:chgData name="Suraj Chopade" userId="S::suraj.chopade@bostoninstituteofanalytics.org::dcc44ee8-6a65-4538-a5e1-c87e14ca7a61" providerId="AD" clId="Web-{6A013C22-3411-2CB4-64D5-9F83FB4D13A1}" dt="2023-10-10T07:04:01.637" v="17"/>
        <pc:sldMkLst>
          <pc:docMk/>
          <pc:sldMk cId="1749422253" sldId="522"/>
        </pc:sldMkLst>
      </pc:sldChg>
    </pc:docChg>
  </pc:docChgLst>
  <pc:docChgLst>
    <pc:chgData name="Suraj Chopade" userId="S::suraj.chopade@bostoninstituteofanalytics.org::dcc44ee8-6a65-4538-a5e1-c87e14ca7a61" providerId="AD" clId="Web-{871277BA-B0EF-046E-6F77-0D76881C4ACF}"/>
    <pc:docChg chg="addSld delSld modSld">
      <pc:chgData name="Suraj Chopade" userId="S::suraj.chopade@bostoninstituteofanalytics.org::dcc44ee8-6a65-4538-a5e1-c87e14ca7a61" providerId="AD" clId="Web-{871277BA-B0EF-046E-6F77-0D76881C4ACF}" dt="2023-10-09T13:46:24.317" v="725" actId="20577"/>
      <pc:docMkLst>
        <pc:docMk/>
      </pc:docMkLst>
      <pc:sldChg chg="modSp">
        <pc:chgData name="Suraj Chopade" userId="S::suraj.chopade@bostoninstituteofanalytics.org::dcc44ee8-6a65-4538-a5e1-c87e14ca7a61" providerId="AD" clId="Web-{871277BA-B0EF-046E-6F77-0D76881C4ACF}" dt="2023-10-09T12:01:08.907" v="19" actId="20577"/>
        <pc:sldMkLst>
          <pc:docMk/>
          <pc:sldMk cId="4076578880" sldId="484"/>
        </pc:sldMkLst>
      </pc:sldChg>
      <pc:sldChg chg="del">
        <pc:chgData name="Suraj Chopade" userId="S::suraj.chopade@bostoninstituteofanalytics.org::dcc44ee8-6a65-4538-a5e1-c87e14ca7a61" providerId="AD" clId="Web-{871277BA-B0EF-046E-6F77-0D76881C4ACF}" dt="2023-10-09T12:23:14.117" v="269"/>
        <pc:sldMkLst>
          <pc:docMk/>
          <pc:sldMk cId="2004310942" sldId="497"/>
        </pc:sldMkLst>
      </pc:sldChg>
      <pc:sldChg chg="del modNotes">
        <pc:chgData name="Suraj Chopade" userId="S::suraj.chopade@bostoninstituteofanalytics.org::dcc44ee8-6a65-4538-a5e1-c87e14ca7a61" providerId="AD" clId="Web-{871277BA-B0EF-046E-6F77-0D76881C4ACF}" dt="2023-10-09T12:23:14.117" v="268"/>
        <pc:sldMkLst>
          <pc:docMk/>
          <pc:sldMk cId="988374458" sldId="498"/>
        </pc:sldMkLst>
      </pc:sldChg>
      <pc:sldChg chg="addSp delSp modSp mod setBg">
        <pc:chgData name="Suraj Chopade" userId="S::suraj.chopade@bostoninstituteofanalytics.org::dcc44ee8-6a65-4538-a5e1-c87e14ca7a61" providerId="AD" clId="Web-{871277BA-B0EF-046E-6F77-0D76881C4ACF}" dt="2023-10-09T12:05:51.418" v="105" actId="1076"/>
        <pc:sldMkLst>
          <pc:docMk/>
          <pc:sldMk cId="578900116" sldId="499"/>
        </pc:sldMkLst>
      </pc:sldChg>
      <pc:sldChg chg="addSp modSp">
        <pc:chgData name="Suraj Chopade" userId="S::suraj.chopade@bostoninstituteofanalytics.org::dcc44ee8-6a65-4538-a5e1-c87e14ca7a61" providerId="AD" clId="Web-{871277BA-B0EF-046E-6F77-0D76881C4ACF}" dt="2023-10-09T12:17:19.884" v="198"/>
        <pc:sldMkLst>
          <pc:docMk/>
          <pc:sldMk cId="1360406204" sldId="500"/>
        </pc:sldMkLst>
      </pc:sldChg>
      <pc:sldChg chg="del">
        <pc:chgData name="Suraj Chopade" userId="S::suraj.chopade@bostoninstituteofanalytics.org::dcc44ee8-6a65-4538-a5e1-c87e14ca7a61" providerId="AD" clId="Web-{871277BA-B0EF-046E-6F77-0D76881C4ACF}" dt="2023-10-09T12:23:14.117" v="271"/>
        <pc:sldMkLst>
          <pc:docMk/>
          <pc:sldMk cId="518322288" sldId="501"/>
        </pc:sldMkLst>
      </pc:sldChg>
      <pc:sldChg chg="del modNotes">
        <pc:chgData name="Suraj Chopade" userId="S::suraj.chopade@bostoninstituteofanalytics.org::dcc44ee8-6a65-4538-a5e1-c87e14ca7a61" providerId="AD" clId="Web-{871277BA-B0EF-046E-6F77-0D76881C4ACF}" dt="2023-10-09T12:23:14.117" v="270"/>
        <pc:sldMkLst>
          <pc:docMk/>
          <pc:sldMk cId="2194005509" sldId="502"/>
        </pc:sldMkLst>
      </pc:sldChg>
      <pc:sldChg chg="del">
        <pc:chgData name="Suraj Chopade" userId="S::suraj.chopade@bostoninstituteofanalytics.org::dcc44ee8-6a65-4538-a5e1-c87e14ca7a61" providerId="AD" clId="Web-{871277BA-B0EF-046E-6F77-0D76881C4ACF}" dt="2023-10-09T12:23:14.117" v="272"/>
        <pc:sldMkLst>
          <pc:docMk/>
          <pc:sldMk cId="1122122428" sldId="503"/>
        </pc:sldMkLst>
      </pc:sldChg>
      <pc:sldChg chg="del modNotes">
        <pc:chgData name="Suraj Chopade" userId="S::suraj.chopade@bostoninstituteofanalytics.org::dcc44ee8-6a65-4538-a5e1-c87e14ca7a61" providerId="AD" clId="Web-{871277BA-B0EF-046E-6F77-0D76881C4ACF}" dt="2023-10-09T12:23:14.117" v="267"/>
        <pc:sldMkLst>
          <pc:docMk/>
          <pc:sldMk cId="3625850331" sldId="504"/>
        </pc:sldMkLst>
      </pc:sldChg>
      <pc:sldChg chg="del modNotes">
        <pc:chgData name="Suraj Chopade" userId="S::suraj.chopade@bostoninstituteofanalytics.org::dcc44ee8-6a65-4538-a5e1-c87e14ca7a61" providerId="AD" clId="Web-{871277BA-B0EF-046E-6F77-0D76881C4ACF}" dt="2023-10-09T12:23:14.117" v="266"/>
        <pc:sldMkLst>
          <pc:docMk/>
          <pc:sldMk cId="3589145878" sldId="505"/>
        </pc:sldMkLst>
      </pc:sldChg>
      <pc:sldChg chg="del modNotes">
        <pc:chgData name="Suraj Chopade" userId="S::suraj.chopade@bostoninstituteofanalytics.org::dcc44ee8-6a65-4538-a5e1-c87e14ca7a61" providerId="AD" clId="Web-{871277BA-B0EF-046E-6F77-0D76881C4ACF}" dt="2023-10-09T12:23:14.101" v="265"/>
        <pc:sldMkLst>
          <pc:docMk/>
          <pc:sldMk cId="1923082277" sldId="506"/>
        </pc:sldMkLst>
      </pc:sldChg>
      <pc:sldChg chg="modSp add replId modNotes">
        <pc:chgData name="Suraj Chopade" userId="S::suraj.chopade@bostoninstituteofanalytics.org::dcc44ee8-6a65-4538-a5e1-c87e14ca7a61" providerId="AD" clId="Web-{871277BA-B0EF-046E-6F77-0D76881C4ACF}" dt="2023-10-09T12:07:39.220" v="118" actId="1076"/>
        <pc:sldMkLst>
          <pc:docMk/>
          <pc:sldMk cId="3429011494" sldId="507"/>
        </pc:sldMkLst>
      </pc:sldChg>
      <pc:sldChg chg="delSp modSp add replId">
        <pc:chgData name="Suraj Chopade" userId="S::suraj.chopade@bostoninstituteofanalytics.org::dcc44ee8-6a65-4538-a5e1-c87e14ca7a61" providerId="AD" clId="Web-{871277BA-B0EF-046E-6F77-0D76881C4ACF}" dt="2023-10-09T12:23:05.320" v="263" actId="1076"/>
        <pc:sldMkLst>
          <pc:docMk/>
          <pc:sldMk cId="2109058008" sldId="508"/>
        </pc:sldMkLst>
      </pc:sldChg>
      <pc:sldChg chg="addSp modSp add replId">
        <pc:chgData name="Suraj Chopade" userId="S::suraj.chopade@bostoninstituteofanalytics.org::dcc44ee8-6a65-4538-a5e1-c87e14ca7a61" providerId="AD" clId="Web-{871277BA-B0EF-046E-6F77-0D76881C4ACF}" dt="2023-10-09T12:42:14.303" v="388" actId="1076"/>
        <pc:sldMkLst>
          <pc:docMk/>
          <pc:sldMk cId="4073982884" sldId="509"/>
        </pc:sldMkLst>
      </pc:sldChg>
      <pc:sldChg chg="addSp delSp modSp add replId">
        <pc:chgData name="Suraj Chopade" userId="S::suraj.chopade@bostoninstituteofanalytics.org::dcc44ee8-6a65-4538-a5e1-c87e14ca7a61" providerId="AD" clId="Web-{871277BA-B0EF-046E-6F77-0D76881C4ACF}" dt="2023-10-09T12:37:38.386" v="374" actId="1076"/>
        <pc:sldMkLst>
          <pc:docMk/>
          <pc:sldMk cId="3673880535" sldId="510"/>
        </pc:sldMkLst>
      </pc:sldChg>
      <pc:sldChg chg="addSp delSp modSp add replId">
        <pc:chgData name="Suraj Chopade" userId="S::suraj.chopade@bostoninstituteofanalytics.org::dcc44ee8-6a65-4538-a5e1-c87e14ca7a61" providerId="AD" clId="Web-{871277BA-B0EF-046E-6F77-0D76881C4ACF}" dt="2023-10-09T12:48:43.116" v="428" actId="1076"/>
        <pc:sldMkLst>
          <pc:docMk/>
          <pc:sldMk cId="3348851846" sldId="511"/>
        </pc:sldMkLst>
      </pc:sldChg>
      <pc:sldChg chg="addSp delSp modSp add replId">
        <pc:chgData name="Suraj Chopade" userId="S::suraj.chopade@bostoninstituteofanalytics.org::dcc44ee8-6a65-4538-a5e1-c87e14ca7a61" providerId="AD" clId="Web-{871277BA-B0EF-046E-6F77-0D76881C4ACF}" dt="2023-10-09T12:53:15.736" v="485"/>
        <pc:sldMkLst>
          <pc:docMk/>
          <pc:sldMk cId="2783178602" sldId="512"/>
        </pc:sldMkLst>
      </pc:sldChg>
      <pc:sldChg chg="addSp delSp modSp add replId">
        <pc:chgData name="Suraj Chopade" userId="S::suraj.chopade@bostoninstituteofanalytics.org::dcc44ee8-6a65-4538-a5e1-c87e14ca7a61" providerId="AD" clId="Web-{871277BA-B0EF-046E-6F77-0D76881C4ACF}" dt="2023-10-09T13:10:15.199" v="558" actId="1076"/>
        <pc:sldMkLst>
          <pc:docMk/>
          <pc:sldMk cId="1934922367" sldId="513"/>
        </pc:sldMkLst>
      </pc:sldChg>
      <pc:sldChg chg="delSp modSp add replId">
        <pc:chgData name="Suraj Chopade" userId="S::suraj.chopade@bostoninstituteofanalytics.org::dcc44ee8-6a65-4538-a5e1-c87e14ca7a61" providerId="AD" clId="Web-{871277BA-B0EF-046E-6F77-0D76881C4ACF}" dt="2023-10-09T13:14:29.991" v="592" actId="20577"/>
        <pc:sldMkLst>
          <pc:docMk/>
          <pc:sldMk cId="1143699311" sldId="514"/>
        </pc:sldMkLst>
      </pc:sldChg>
      <pc:sldChg chg="modSp add replId">
        <pc:chgData name="Suraj Chopade" userId="S::suraj.chopade@bostoninstituteofanalytics.org::dcc44ee8-6a65-4538-a5e1-c87e14ca7a61" providerId="AD" clId="Web-{871277BA-B0EF-046E-6F77-0D76881C4ACF}" dt="2023-10-09T13:23:02.074" v="606" actId="1076"/>
        <pc:sldMkLst>
          <pc:docMk/>
          <pc:sldMk cId="1515212310" sldId="515"/>
        </pc:sldMkLst>
      </pc:sldChg>
      <pc:sldChg chg="modSp add replId">
        <pc:chgData name="Suraj Chopade" userId="S::suraj.chopade@bostoninstituteofanalytics.org::dcc44ee8-6a65-4538-a5e1-c87e14ca7a61" providerId="AD" clId="Web-{871277BA-B0EF-046E-6F77-0D76881C4ACF}" dt="2023-10-09T13:46:24.317" v="725" actId="20577"/>
        <pc:sldMkLst>
          <pc:docMk/>
          <pc:sldMk cId="3995488828" sldId="516"/>
        </pc:sldMkLst>
      </pc:sldChg>
      <pc:sldChg chg="addSp delSp modSp add del replId">
        <pc:chgData name="Suraj Chopade" userId="S::suraj.chopade@bostoninstituteofanalytics.org::dcc44ee8-6a65-4538-a5e1-c87e14ca7a61" providerId="AD" clId="Web-{871277BA-B0EF-046E-6F77-0D76881C4ACF}" dt="2023-10-09T13:36:36.419" v="638"/>
        <pc:sldMkLst>
          <pc:docMk/>
          <pc:sldMk cId="2236267859" sldId="517"/>
        </pc:sldMkLst>
      </pc:sldChg>
      <pc:sldChg chg="modSp add replId">
        <pc:chgData name="Suraj Chopade" userId="S::suraj.chopade@bostoninstituteofanalytics.org::dcc44ee8-6a65-4538-a5e1-c87e14ca7a61" providerId="AD" clId="Web-{871277BA-B0EF-046E-6F77-0D76881C4ACF}" dt="2023-10-09T13:36:03.167" v="637" actId="1076"/>
        <pc:sldMkLst>
          <pc:docMk/>
          <pc:sldMk cId="165767550" sldId="518"/>
        </pc:sldMkLst>
      </pc:sldChg>
      <pc:sldChg chg="addSp delSp modSp add replId">
        <pc:chgData name="Suraj Chopade" userId="S::suraj.chopade@bostoninstituteofanalytics.org::dcc44ee8-6a65-4538-a5e1-c87e14ca7a61" providerId="AD" clId="Web-{871277BA-B0EF-046E-6F77-0D76881C4ACF}" dt="2023-10-09T13:41:31.384" v="675" actId="1076"/>
        <pc:sldMkLst>
          <pc:docMk/>
          <pc:sldMk cId="1155787438" sldId="519"/>
        </pc:sldMkLst>
      </pc:sldChg>
      <pc:sldChg chg="addSp delSp modSp add replId">
        <pc:chgData name="Suraj Chopade" userId="S::suraj.chopade@bostoninstituteofanalytics.org::dcc44ee8-6a65-4538-a5e1-c87e14ca7a61" providerId="AD" clId="Web-{871277BA-B0EF-046E-6F77-0D76881C4ACF}" dt="2023-10-09T13:46:07.629" v="723" actId="1076"/>
        <pc:sldMkLst>
          <pc:docMk/>
          <pc:sldMk cId="754042340" sldId="520"/>
        </pc:sldMkLst>
      </pc:sldChg>
    </pc:docChg>
  </pc:docChgLst>
  <pc:docChgLst>
    <pc:chgData name="Suraj Chopade" userId="S::suraj.chopade@bostoninstituteofanalytics.org::dcc44ee8-6a65-4538-a5e1-c87e14ca7a61" providerId="AD" clId="Web-{EC140BA5-AD7F-6FF0-5881-4B652472B751}"/>
    <pc:docChg chg="addSld modSld">
      <pc:chgData name="Suraj Chopade" userId="S::suraj.chopade@bostoninstituteofanalytics.org::dcc44ee8-6a65-4538-a5e1-c87e14ca7a61" providerId="AD" clId="Web-{EC140BA5-AD7F-6FF0-5881-4B652472B751}" dt="2023-10-10T06:59:42.373" v="122" actId="20577"/>
      <pc:docMkLst>
        <pc:docMk/>
      </pc:docMkLst>
      <pc:sldChg chg="addSp delSp modSp add replId modNotes">
        <pc:chgData name="Suraj Chopade" userId="S::suraj.chopade@bostoninstituteofanalytics.org::dcc44ee8-6a65-4538-a5e1-c87e14ca7a61" providerId="AD" clId="Web-{EC140BA5-AD7F-6FF0-5881-4B652472B751}" dt="2023-10-10T06:58:44.605" v="97" actId="1076"/>
        <pc:sldMkLst>
          <pc:docMk/>
          <pc:sldMk cId="2101259226" sldId="521"/>
        </pc:sldMkLst>
      </pc:sldChg>
      <pc:sldChg chg="modSp add replId modNotes">
        <pc:chgData name="Suraj Chopade" userId="S::suraj.chopade@bostoninstituteofanalytics.org::dcc44ee8-6a65-4538-a5e1-c87e14ca7a61" providerId="AD" clId="Web-{EC140BA5-AD7F-6FF0-5881-4B652472B751}" dt="2023-10-10T06:59:42.373" v="122" actId="20577"/>
        <pc:sldMkLst>
          <pc:docMk/>
          <pc:sldMk cId="1749422253" sldId="522"/>
        </pc:sldMkLst>
      </pc:sldChg>
    </pc:docChg>
  </pc:docChgLst>
  <pc:docChgLst>
    <pc:chgData name="Suraj Chopade" userId="S::suraj.chopade@bostoninstituteofanalytics.org::dcc44ee8-6a65-4538-a5e1-c87e14ca7a61" providerId="AD" clId="Web-{76BFD89A-ED1D-5ED1-8D3E-5B8CE3909530}"/>
    <pc:docChg chg="addSld delSld modSld sldOrd">
      <pc:chgData name="Suraj Chopade" userId="S::suraj.chopade@bostoninstituteofanalytics.org::dcc44ee8-6a65-4538-a5e1-c87e14ca7a61" providerId="AD" clId="Web-{76BFD89A-ED1D-5ED1-8D3E-5B8CE3909530}" dt="2023-10-10T13:15:22.141" v="167" actId="14100"/>
      <pc:docMkLst>
        <pc:docMk/>
      </pc:docMkLst>
      <pc:sldChg chg="modSp modNotes">
        <pc:chgData name="Suraj Chopade" userId="S::suraj.chopade@bostoninstituteofanalytics.org::dcc44ee8-6a65-4538-a5e1-c87e14ca7a61" providerId="AD" clId="Web-{76BFD89A-ED1D-5ED1-8D3E-5B8CE3909530}" dt="2023-10-10T12:30:18.142" v="34"/>
        <pc:sldMkLst>
          <pc:docMk/>
          <pc:sldMk cId="256933436" sldId="512"/>
        </pc:sldMkLst>
      </pc:sldChg>
      <pc:sldChg chg="addSp modSp add replId modNotes">
        <pc:chgData name="Suraj Chopade" userId="S::suraj.chopade@bostoninstituteofanalytics.org::dcc44ee8-6a65-4538-a5e1-c87e14ca7a61" providerId="AD" clId="Web-{76BFD89A-ED1D-5ED1-8D3E-5B8CE3909530}" dt="2023-10-10T12:34:04.557" v="65" actId="1076"/>
        <pc:sldMkLst>
          <pc:docMk/>
          <pc:sldMk cId="614264639" sldId="513"/>
        </pc:sldMkLst>
      </pc:sldChg>
      <pc:sldChg chg="addSp delSp modSp add replId">
        <pc:chgData name="Suraj Chopade" userId="S::suraj.chopade@bostoninstituteofanalytics.org::dcc44ee8-6a65-4538-a5e1-c87e14ca7a61" providerId="AD" clId="Web-{76BFD89A-ED1D-5ED1-8D3E-5B8CE3909530}" dt="2023-10-10T12:45:34.663" v="90" actId="1076"/>
        <pc:sldMkLst>
          <pc:docMk/>
          <pc:sldMk cId="1087223380" sldId="514"/>
        </pc:sldMkLst>
      </pc:sldChg>
      <pc:sldChg chg="addSp delSp modSp add replId">
        <pc:chgData name="Suraj Chopade" userId="S::suraj.chopade@bostoninstituteofanalytics.org::dcc44ee8-6a65-4538-a5e1-c87e14ca7a61" providerId="AD" clId="Web-{76BFD89A-ED1D-5ED1-8D3E-5B8CE3909530}" dt="2023-10-10T12:46:34.384" v="106" actId="1076"/>
        <pc:sldMkLst>
          <pc:docMk/>
          <pc:sldMk cId="3366673927" sldId="515"/>
        </pc:sldMkLst>
      </pc:sldChg>
      <pc:sldChg chg="modSp add replId modNotes">
        <pc:chgData name="Suraj Chopade" userId="S::suraj.chopade@bostoninstituteofanalytics.org::dcc44ee8-6a65-4538-a5e1-c87e14ca7a61" providerId="AD" clId="Web-{76BFD89A-ED1D-5ED1-8D3E-5B8CE3909530}" dt="2023-10-10T12:59:39.103" v="134"/>
        <pc:sldMkLst>
          <pc:docMk/>
          <pc:sldMk cId="420446522" sldId="516"/>
        </pc:sldMkLst>
      </pc:sldChg>
      <pc:sldChg chg="add replId">
        <pc:chgData name="Suraj Chopade" userId="S::suraj.chopade@bostoninstituteofanalytics.org::dcc44ee8-6a65-4538-a5e1-c87e14ca7a61" providerId="AD" clId="Web-{76BFD89A-ED1D-5ED1-8D3E-5B8CE3909530}" dt="2023-10-10T13:11:35.898" v="135"/>
        <pc:sldMkLst>
          <pc:docMk/>
          <pc:sldMk cId="1216315981" sldId="517"/>
        </pc:sldMkLst>
      </pc:sldChg>
      <pc:sldChg chg="modSp add">
        <pc:chgData name="Suraj Chopade" userId="S::suraj.chopade@bostoninstituteofanalytics.org::dcc44ee8-6a65-4538-a5e1-c87e14ca7a61" providerId="AD" clId="Web-{76BFD89A-ED1D-5ED1-8D3E-5B8CE3909530}" dt="2023-10-10T13:13:23.902" v="137" actId="1076"/>
        <pc:sldMkLst>
          <pc:docMk/>
          <pc:sldMk cId="696253128" sldId="518"/>
        </pc:sldMkLst>
      </pc:sldChg>
      <pc:sldChg chg="add">
        <pc:chgData name="Suraj Chopade" userId="S::suraj.chopade@bostoninstituteofanalytics.org::dcc44ee8-6a65-4538-a5e1-c87e14ca7a61" providerId="AD" clId="Web-{76BFD89A-ED1D-5ED1-8D3E-5B8CE3909530}" dt="2023-10-10T13:13:37.450" v="138"/>
        <pc:sldMkLst>
          <pc:docMk/>
          <pc:sldMk cId="3421483834" sldId="519"/>
        </pc:sldMkLst>
      </pc:sldChg>
      <pc:sldChg chg="add del replId">
        <pc:chgData name="Suraj Chopade" userId="S::suraj.chopade@bostoninstituteofanalytics.org::dcc44ee8-6a65-4538-a5e1-c87e14ca7a61" providerId="AD" clId="Web-{76BFD89A-ED1D-5ED1-8D3E-5B8CE3909530}" dt="2023-10-10T13:14:03.388" v="144"/>
        <pc:sldMkLst>
          <pc:docMk/>
          <pc:sldMk cId="1563970397" sldId="520"/>
        </pc:sldMkLst>
      </pc:sldChg>
      <pc:sldChg chg="add del">
        <pc:chgData name="Suraj Chopade" userId="S::suraj.chopade@bostoninstituteofanalytics.org::dcc44ee8-6a65-4538-a5e1-c87e14ca7a61" providerId="AD" clId="Web-{76BFD89A-ED1D-5ED1-8D3E-5B8CE3909530}" dt="2023-10-10T13:13:56.403" v="141"/>
        <pc:sldMkLst>
          <pc:docMk/>
          <pc:sldMk cId="681420487" sldId="521"/>
        </pc:sldMkLst>
      </pc:sldChg>
      <pc:sldChg chg="addSp delSp modSp add ord">
        <pc:chgData name="Suraj Chopade" userId="S::suraj.chopade@bostoninstituteofanalytics.org::dcc44ee8-6a65-4538-a5e1-c87e14ca7a61" providerId="AD" clId="Web-{76BFD89A-ED1D-5ED1-8D3E-5B8CE3909530}" dt="2023-10-10T13:15:22.141" v="167" actId="14100"/>
        <pc:sldMkLst>
          <pc:docMk/>
          <pc:sldMk cId="3840755790" sldId="521"/>
        </pc:sldMkLst>
      </pc:sldChg>
    </pc:docChg>
  </pc:docChgLst>
  <pc:docChgLst>
    <pc:chgData name="Suraj Chopade" userId="S::suraj.chopade@bostoninstituteofanalytics.org::dcc44ee8-6a65-4538-a5e1-c87e14ca7a61" providerId="AD" clId="Web-{287512FF-025C-8CF0-92E6-75D0CA8655A4}"/>
    <pc:docChg chg="addSld delSld modSld addMainMaster delMainMaster">
      <pc:chgData name="Suraj Chopade" userId="S::suraj.chopade@bostoninstituteofanalytics.org::dcc44ee8-6a65-4538-a5e1-c87e14ca7a61" providerId="AD" clId="Web-{287512FF-025C-8CF0-92E6-75D0CA8655A4}" dt="2023-10-11T08:41:58.717" v="310" actId="1076"/>
      <pc:docMkLst>
        <pc:docMk/>
      </pc:docMkLst>
      <pc:sldChg chg="mod modClrScheme chgLayout">
        <pc:chgData name="Suraj Chopade" userId="S::suraj.chopade@bostoninstituteofanalytics.org::dcc44ee8-6a65-4538-a5e1-c87e14ca7a61" providerId="AD" clId="Web-{287512FF-025C-8CF0-92E6-75D0CA8655A4}" dt="2023-10-11T07:50:58.291" v="195"/>
        <pc:sldMkLst>
          <pc:docMk/>
          <pc:sldMk cId="0" sldId="257"/>
        </pc:sldMkLst>
      </pc:sldChg>
      <pc:sldChg chg="modSp mod modClrScheme chgLayout">
        <pc:chgData name="Suraj Chopade" userId="S::suraj.chopade@bostoninstituteofanalytics.org::dcc44ee8-6a65-4538-a5e1-c87e14ca7a61" providerId="AD" clId="Web-{287512FF-025C-8CF0-92E6-75D0CA8655A4}" dt="2023-10-11T07:50:58.291" v="195"/>
        <pc:sldMkLst>
          <pc:docMk/>
          <pc:sldMk cId="2503897231" sldId="283"/>
        </pc:sldMkLst>
      </pc:sldChg>
      <pc:sldChg chg="modSp mod modClrScheme chgLayout">
        <pc:chgData name="Suraj Chopade" userId="S::suraj.chopade@bostoninstituteofanalytics.org::dcc44ee8-6a65-4538-a5e1-c87e14ca7a61" providerId="AD" clId="Web-{287512FF-025C-8CF0-92E6-75D0CA8655A4}" dt="2023-10-11T07:50:58.291" v="195"/>
        <pc:sldMkLst>
          <pc:docMk/>
          <pc:sldMk cId="4059647043" sldId="408"/>
        </pc:sldMkLst>
      </pc:sldChg>
      <pc:sldChg chg="mod modClrScheme chgLayout">
        <pc:chgData name="Suraj Chopade" userId="S::suraj.chopade@bostoninstituteofanalytics.org::dcc44ee8-6a65-4538-a5e1-c87e14ca7a61" providerId="AD" clId="Web-{287512FF-025C-8CF0-92E6-75D0CA8655A4}" dt="2023-10-11T07:50:58.291" v="195"/>
        <pc:sldMkLst>
          <pc:docMk/>
          <pc:sldMk cId="4076578880" sldId="484"/>
        </pc:sldMkLst>
      </pc:sldChg>
      <pc:sldChg chg="modSp mod modClrScheme chgLayout modNotes">
        <pc:chgData name="Suraj Chopade" userId="S::suraj.chopade@bostoninstituteofanalytics.org::dcc44ee8-6a65-4538-a5e1-c87e14ca7a61" providerId="AD" clId="Web-{287512FF-025C-8CF0-92E6-75D0CA8655A4}" dt="2023-10-11T07:50:58.291" v="195"/>
        <pc:sldMkLst>
          <pc:docMk/>
          <pc:sldMk cId="256933436" sldId="512"/>
        </pc:sldMkLst>
      </pc:sldChg>
      <pc:sldChg chg="mod modClrScheme chgLayout">
        <pc:chgData name="Suraj Chopade" userId="S::suraj.chopade@bostoninstituteofanalytics.org::dcc44ee8-6a65-4538-a5e1-c87e14ca7a61" providerId="AD" clId="Web-{287512FF-025C-8CF0-92E6-75D0CA8655A4}" dt="2023-10-11T07:50:58.291" v="195"/>
        <pc:sldMkLst>
          <pc:docMk/>
          <pc:sldMk cId="3080017173" sldId="513"/>
        </pc:sldMkLst>
      </pc:sldChg>
      <pc:sldChg chg="mod modClrScheme chgLayout">
        <pc:chgData name="Suraj Chopade" userId="S::suraj.chopade@bostoninstituteofanalytics.org::dcc44ee8-6a65-4538-a5e1-c87e14ca7a61" providerId="AD" clId="Web-{287512FF-025C-8CF0-92E6-75D0CA8655A4}" dt="2023-10-11T07:50:58.291" v="195"/>
        <pc:sldMkLst>
          <pc:docMk/>
          <pc:sldMk cId="3573858950" sldId="514"/>
        </pc:sldMkLst>
      </pc:sldChg>
      <pc:sldChg chg="mod modClrScheme chgLayout">
        <pc:chgData name="Suraj Chopade" userId="S::suraj.chopade@bostoninstituteofanalytics.org::dcc44ee8-6a65-4538-a5e1-c87e14ca7a61" providerId="AD" clId="Web-{287512FF-025C-8CF0-92E6-75D0CA8655A4}" dt="2023-10-11T07:50:58.291" v="195"/>
        <pc:sldMkLst>
          <pc:docMk/>
          <pc:sldMk cId="4217137610" sldId="515"/>
        </pc:sldMkLst>
      </pc:sldChg>
      <pc:sldChg chg="mod modClrScheme chgLayout">
        <pc:chgData name="Suraj Chopade" userId="S::suraj.chopade@bostoninstituteofanalytics.org::dcc44ee8-6a65-4538-a5e1-c87e14ca7a61" providerId="AD" clId="Web-{287512FF-025C-8CF0-92E6-75D0CA8655A4}" dt="2023-10-11T07:50:58.291" v="195"/>
        <pc:sldMkLst>
          <pc:docMk/>
          <pc:sldMk cId="1413599815" sldId="516"/>
        </pc:sldMkLst>
      </pc:sldChg>
      <pc:sldChg chg="addSp delSp modSp del mod setBg modClrScheme chgLayout">
        <pc:chgData name="Suraj Chopade" userId="S::suraj.chopade@bostoninstituteofanalytics.org::dcc44ee8-6a65-4538-a5e1-c87e14ca7a61" providerId="AD" clId="Web-{287512FF-025C-8CF0-92E6-75D0CA8655A4}" dt="2023-10-11T07:55:49.615" v="241"/>
        <pc:sldMkLst>
          <pc:docMk/>
          <pc:sldMk cId="68176441" sldId="517"/>
        </pc:sldMkLst>
      </pc:sldChg>
      <pc:sldChg chg="mod modClrScheme chgLayout">
        <pc:chgData name="Suraj Chopade" userId="S::suraj.chopade@bostoninstituteofanalytics.org::dcc44ee8-6a65-4538-a5e1-c87e14ca7a61" providerId="AD" clId="Web-{287512FF-025C-8CF0-92E6-75D0CA8655A4}" dt="2023-10-11T07:50:58.291" v="195"/>
        <pc:sldMkLst>
          <pc:docMk/>
          <pc:sldMk cId="978294003" sldId="518"/>
        </pc:sldMkLst>
      </pc:sldChg>
      <pc:sldChg chg="addSp delSp modSp add mod replId modClrScheme chgLayout">
        <pc:chgData name="Suraj Chopade" userId="S::suraj.chopade@bostoninstituteofanalytics.org::dcc44ee8-6a65-4538-a5e1-c87e14ca7a61" providerId="AD" clId="Web-{287512FF-025C-8CF0-92E6-75D0CA8655A4}" dt="2023-10-11T07:50:58.291" v="195"/>
        <pc:sldMkLst>
          <pc:docMk/>
          <pc:sldMk cId="3146570716" sldId="519"/>
        </pc:sldMkLst>
      </pc:sldChg>
      <pc:sldChg chg="modSp add mod replId modClrScheme chgLayout modNotes">
        <pc:chgData name="Suraj Chopade" userId="S::suraj.chopade@bostoninstituteofanalytics.org::dcc44ee8-6a65-4538-a5e1-c87e14ca7a61" providerId="AD" clId="Web-{287512FF-025C-8CF0-92E6-75D0CA8655A4}" dt="2023-10-11T07:50:58.291" v="195"/>
        <pc:sldMkLst>
          <pc:docMk/>
          <pc:sldMk cId="2584275484" sldId="520"/>
        </pc:sldMkLst>
      </pc:sldChg>
      <pc:sldChg chg="addSp delSp modSp add mod replId modClrScheme chgLayout modNotes">
        <pc:chgData name="Suraj Chopade" userId="S::suraj.chopade@bostoninstituteofanalytics.org::dcc44ee8-6a65-4538-a5e1-c87e14ca7a61" providerId="AD" clId="Web-{287512FF-025C-8CF0-92E6-75D0CA8655A4}" dt="2023-10-11T07:50:58.291" v="195"/>
        <pc:sldMkLst>
          <pc:docMk/>
          <pc:sldMk cId="812030640" sldId="521"/>
        </pc:sldMkLst>
      </pc:sldChg>
      <pc:sldChg chg="addSp delSp modSp add mod replId modClrScheme chgLayout modNotes">
        <pc:chgData name="Suraj Chopade" userId="S::suraj.chopade@bostoninstituteofanalytics.org::dcc44ee8-6a65-4538-a5e1-c87e14ca7a61" providerId="AD" clId="Web-{287512FF-025C-8CF0-92E6-75D0CA8655A4}" dt="2023-10-11T07:50:58.291" v="195"/>
        <pc:sldMkLst>
          <pc:docMk/>
          <pc:sldMk cId="1337093339" sldId="522"/>
        </pc:sldMkLst>
      </pc:sldChg>
      <pc:sldChg chg="addSp delSp modSp add mod replId modClrScheme chgLayout modNotes">
        <pc:chgData name="Suraj Chopade" userId="S::suraj.chopade@bostoninstituteofanalytics.org::dcc44ee8-6a65-4538-a5e1-c87e14ca7a61" providerId="AD" clId="Web-{287512FF-025C-8CF0-92E6-75D0CA8655A4}" dt="2023-10-11T07:50:58.291" v="195"/>
        <pc:sldMkLst>
          <pc:docMk/>
          <pc:sldMk cId="2496386567" sldId="523"/>
        </pc:sldMkLst>
      </pc:sldChg>
      <pc:sldChg chg="addSp delSp modSp add mod replId setBg modClrScheme delDesignElem chgLayout">
        <pc:chgData name="Suraj Chopade" userId="S::suraj.chopade@bostoninstituteofanalytics.org::dcc44ee8-6a65-4538-a5e1-c87e14ca7a61" providerId="AD" clId="Web-{287512FF-025C-8CF0-92E6-75D0CA8655A4}" dt="2023-10-11T07:50:58.291" v="195"/>
        <pc:sldMkLst>
          <pc:docMk/>
          <pc:sldMk cId="667405245" sldId="524"/>
        </pc:sldMkLst>
      </pc:sldChg>
      <pc:sldChg chg="add del mod replId modClrScheme chgLayout">
        <pc:chgData name="Suraj Chopade" userId="S::suraj.chopade@bostoninstituteofanalytics.org::dcc44ee8-6a65-4538-a5e1-c87e14ca7a61" providerId="AD" clId="Web-{287512FF-025C-8CF0-92E6-75D0CA8655A4}" dt="2023-10-11T07:51:36.574" v="196"/>
        <pc:sldMkLst>
          <pc:docMk/>
          <pc:sldMk cId="1577361826" sldId="525"/>
        </pc:sldMkLst>
      </pc:sldChg>
      <pc:sldChg chg="addSp delSp modSp add replId">
        <pc:chgData name="Suraj Chopade" userId="S::suraj.chopade@bostoninstituteofanalytics.org::dcc44ee8-6a65-4538-a5e1-c87e14ca7a61" providerId="AD" clId="Web-{287512FF-025C-8CF0-92E6-75D0CA8655A4}" dt="2023-10-11T07:53:26.328" v="219" actId="1076"/>
        <pc:sldMkLst>
          <pc:docMk/>
          <pc:sldMk cId="3679715467" sldId="525"/>
        </pc:sldMkLst>
      </pc:sldChg>
      <pc:sldChg chg="addSp delSp modSp add replId">
        <pc:chgData name="Suraj Chopade" userId="S::suraj.chopade@bostoninstituteofanalytics.org::dcc44ee8-6a65-4538-a5e1-c87e14ca7a61" providerId="AD" clId="Web-{287512FF-025C-8CF0-92E6-75D0CA8655A4}" dt="2023-10-11T07:59:01.294" v="271" actId="20577"/>
        <pc:sldMkLst>
          <pc:docMk/>
          <pc:sldMk cId="2410424579" sldId="526"/>
        </pc:sldMkLst>
      </pc:sldChg>
      <pc:sldChg chg="add del replId">
        <pc:chgData name="Suraj Chopade" userId="S::suraj.chopade@bostoninstituteofanalytics.org::dcc44ee8-6a65-4538-a5e1-c87e14ca7a61" providerId="AD" clId="Web-{287512FF-025C-8CF0-92E6-75D0CA8655A4}" dt="2023-10-11T07:54:23.971" v="229"/>
        <pc:sldMkLst>
          <pc:docMk/>
          <pc:sldMk cId="1146243214" sldId="527"/>
        </pc:sldMkLst>
      </pc:sldChg>
      <pc:sldChg chg="addSp delSp modSp add replId">
        <pc:chgData name="Suraj Chopade" userId="S::suraj.chopade@bostoninstituteofanalytics.org::dcc44ee8-6a65-4538-a5e1-c87e14ca7a61" providerId="AD" clId="Web-{287512FF-025C-8CF0-92E6-75D0CA8655A4}" dt="2023-10-11T07:56:15.022" v="244" actId="1076"/>
        <pc:sldMkLst>
          <pc:docMk/>
          <pc:sldMk cId="1434123831" sldId="527"/>
        </pc:sldMkLst>
      </pc:sldChg>
      <pc:sldChg chg="addSp delSp modSp add replId">
        <pc:chgData name="Suraj Chopade" userId="S::suraj.chopade@bostoninstituteofanalytics.org::dcc44ee8-6a65-4538-a5e1-c87e14ca7a61" providerId="AD" clId="Web-{287512FF-025C-8CF0-92E6-75D0CA8655A4}" dt="2023-10-11T08:41:58.717" v="310" actId="1076"/>
        <pc:sldMkLst>
          <pc:docMk/>
          <pc:sldMk cId="3005070709" sldId="528"/>
        </pc:sldMkLst>
      </pc:sldChg>
      <pc:sldChg chg="addSp delSp modSp add replId modNotes">
        <pc:chgData name="Suraj Chopade" userId="S::suraj.chopade@bostoninstituteofanalytics.org::dcc44ee8-6a65-4538-a5e1-c87e14ca7a61" providerId="AD" clId="Web-{287512FF-025C-8CF0-92E6-75D0CA8655A4}" dt="2023-10-11T08:41:47.232" v="308"/>
        <pc:sldMkLst>
          <pc:docMk/>
          <pc:sldMk cId="636485698" sldId="529"/>
        </pc:sldMkLst>
      </pc:sldChg>
      <pc:sldMasterChg chg="del delSldLayout">
        <pc:chgData name="Suraj Chopade" userId="S::suraj.chopade@bostoninstituteofanalytics.org::dcc44ee8-6a65-4538-a5e1-c87e14ca7a61" providerId="AD" clId="Web-{287512FF-025C-8CF0-92E6-75D0CA8655A4}" dt="2023-10-11T07:50:58.291" v="195"/>
        <pc:sldMasterMkLst>
          <pc:docMk/>
          <pc:sldMasterMk cId="0" sldId="2147483648"/>
        </pc:sldMasterMkLst>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49"/>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0"/>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1"/>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2"/>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3"/>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4"/>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5"/>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6"/>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7"/>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8"/>
          </pc:sldLayoutMkLst>
        </pc:sldLayoutChg>
        <pc:sldLayoutChg chg="del">
          <pc:chgData name="Suraj Chopade" userId="S::suraj.chopade@bostoninstituteofanalytics.org::dcc44ee8-6a65-4538-a5e1-c87e14ca7a61" providerId="AD" clId="Web-{287512FF-025C-8CF0-92E6-75D0CA8655A4}" dt="2023-10-11T07:50:58.291" v="195"/>
          <pc:sldLayoutMkLst>
            <pc:docMk/>
            <pc:sldMasterMk cId="0" sldId="2147483648"/>
            <pc:sldLayoutMk cId="0" sldId="2147483659"/>
          </pc:sldLayoutMkLst>
        </pc:sldLayoutChg>
      </pc:sldMasterChg>
      <pc:sldMasterChg chg="add addSldLayout modSldLayout">
        <pc:chgData name="Suraj Chopade" userId="S::suraj.chopade@bostoninstituteofanalytics.org::dcc44ee8-6a65-4538-a5e1-c87e14ca7a61" providerId="AD" clId="Web-{287512FF-025C-8CF0-92E6-75D0CA8655A4}" dt="2023-10-11T07:50:58.291" v="195"/>
        <pc:sldMasterMkLst>
          <pc:docMk/>
          <pc:sldMasterMk cId="1628178356" sldId="2147483660"/>
        </pc:sldMasterMkLst>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1331126872" sldId="2147483661"/>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2412652330" sldId="2147483662"/>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207278455" sldId="2147483663"/>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409934384" sldId="2147483664"/>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819789000" sldId="2147483665"/>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2831256556" sldId="2147483666"/>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1295593171" sldId="2147483667"/>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1828349371" sldId="2147483668"/>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3336815643" sldId="2147483669"/>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2075053668" sldId="2147483670"/>
          </pc:sldLayoutMkLst>
        </pc:sldLayoutChg>
        <pc:sldLayoutChg chg="add mod replId">
          <pc:chgData name="Suraj Chopade" userId="S::suraj.chopade@bostoninstituteofanalytics.org::dcc44ee8-6a65-4538-a5e1-c87e14ca7a61" providerId="AD" clId="Web-{287512FF-025C-8CF0-92E6-75D0CA8655A4}" dt="2023-10-11T07:50:58.291" v="195"/>
          <pc:sldLayoutMkLst>
            <pc:docMk/>
            <pc:sldMasterMk cId="1628178356" sldId="2147483660"/>
            <pc:sldLayoutMk cId="4167474205" sldId="2147483671"/>
          </pc:sldLayoutMkLst>
        </pc:sldLayoutChg>
      </pc:sldMasterChg>
    </pc:docChg>
  </pc:docChgLst>
  <pc:docChgLst>
    <pc:chgData name="Suraj Chopade" userId="S::suraj.chopade@bostoninstituteofanalytics.org::dcc44ee8-6a65-4538-a5e1-c87e14ca7a61" providerId="AD" clId="Web-{39DB501E-FFF4-78BA-F345-54CE7B5191BB}"/>
    <pc:docChg chg="addSld delSld modSld sldOrd">
      <pc:chgData name="Suraj Chopade" userId="S::suraj.chopade@bostoninstituteofanalytics.org::dcc44ee8-6a65-4538-a5e1-c87e14ca7a61" providerId="AD" clId="Web-{39DB501E-FFF4-78BA-F345-54CE7B5191BB}" dt="2023-10-10T08:52:44.046" v="761" actId="1076"/>
      <pc:docMkLst>
        <pc:docMk/>
      </pc:docMkLst>
      <pc:sldChg chg="modSp">
        <pc:chgData name="Suraj Chopade" userId="S::suraj.chopade@bostoninstituteofanalytics.org::dcc44ee8-6a65-4538-a5e1-c87e14ca7a61" providerId="AD" clId="Web-{39DB501E-FFF4-78BA-F345-54CE7B5191BB}" dt="2023-10-10T07:33:54.848" v="37" actId="20577"/>
        <pc:sldMkLst>
          <pc:docMk/>
          <pc:sldMk cId="578900116" sldId="499"/>
        </pc:sldMkLst>
      </pc:sldChg>
      <pc:sldChg chg="del">
        <pc:chgData name="Suraj Chopade" userId="S::suraj.chopade@bostoninstituteofanalytics.org::dcc44ee8-6a65-4538-a5e1-c87e14ca7a61" providerId="AD" clId="Web-{39DB501E-FFF4-78BA-F345-54CE7B5191BB}" dt="2023-10-10T07:34:04.364" v="39"/>
        <pc:sldMkLst>
          <pc:docMk/>
          <pc:sldMk cId="1360406204" sldId="500"/>
        </pc:sldMkLst>
      </pc:sldChg>
      <pc:sldChg chg="del">
        <pc:chgData name="Suraj Chopade" userId="S::suraj.chopade@bostoninstituteofanalytics.org::dcc44ee8-6a65-4538-a5e1-c87e14ca7a61" providerId="AD" clId="Web-{39DB501E-FFF4-78BA-F345-54CE7B5191BB}" dt="2023-10-10T07:34:04.380" v="40"/>
        <pc:sldMkLst>
          <pc:docMk/>
          <pc:sldMk cId="3429011494" sldId="507"/>
        </pc:sldMkLst>
      </pc:sldChg>
      <pc:sldChg chg="addSp delSp modSp add replId">
        <pc:chgData name="Suraj Chopade" userId="S::suraj.chopade@bostoninstituteofanalytics.org::dcc44ee8-6a65-4538-a5e1-c87e14ca7a61" providerId="AD" clId="Web-{39DB501E-FFF4-78BA-F345-54CE7B5191BB}" dt="2023-10-10T07:36:36.664" v="68"/>
        <pc:sldMkLst>
          <pc:docMk/>
          <pc:sldMk cId="1938717767" sldId="508"/>
        </pc:sldMkLst>
      </pc:sldChg>
      <pc:sldChg chg="addSp delSp modSp add replId">
        <pc:chgData name="Suraj Chopade" userId="S::suraj.chopade@bostoninstituteofanalytics.org::dcc44ee8-6a65-4538-a5e1-c87e14ca7a61" providerId="AD" clId="Web-{39DB501E-FFF4-78BA-F345-54CE7B5191BB}" dt="2023-10-10T07:39:23.089" v="127" actId="14100"/>
        <pc:sldMkLst>
          <pc:docMk/>
          <pc:sldMk cId="1504108184" sldId="509"/>
        </pc:sldMkLst>
      </pc:sldChg>
      <pc:sldChg chg="addSp delSp modSp add replId">
        <pc:chgData name="Suraj Chopade" userId="S::suraj.chopade@bostoninstituteofanalytics.org::dcc44ee8-6a65-4538-a5e1-c87e14ca7a61" providerId="AD" clId="Web-{39DB501E-FFF4-78BA-F345-54CE7B5191BB}" dt="2023-10-10T07:43:48.969" v="157" actId="1076"/>
        <pc:sldMkLst>
          <pc:docMk/>
          <pc:sldMk cId="2000376747" sldId="510"/>
        </pc:sldMkLst>
      </pc:sldChg>
      <pc:sldChg chg="addSp delSp modSp add replId">
        <pc:chgData name="Suraj Chopade" userId="S::suraj.chopade@bostoninstituteofanalytics.org::dcc44ee8-6a65-4538-a5e1-c87e14ca7a61" providerId="AD" clId="Web-{39DB501E-FFF4-78BA-F345-54CE7B5191BB}" dt="2023-10-10T07:48:32.240" v="201" actId="1076"/>
        <pc:sldMkLst>
          <pc:docMk/>
          <pc:sldMk cId="561905179" sldId="511"/>
        </pc:sldMkLst>
      </pc:sldChg>
      <pc:sldChg chg="addSp delSp modSp add replId">
        <pc:chgData name="Suraj Chopade" userId="S::suraj.chopade@bostoninstituteofanalytics.org::dcc44ee8-6a65-4538-a5e1-c87e14ca7a61" providerId="AD" clId="Web-{39DB501E-FFF4-78BA-F345-54CE7B5191BB}" dt="2023-10-10T07:53:33.730" v="270"/>
        <pc:sldMkLst>
          <pc:docMk/>
          <pc:sldMk cId="3610067102" sldId="512"/>
        </pc:sldMkLst>
      </pc:sldChg>
      <pc:sldChg chg="modSp add replId">
        <pc:chgData name="Suraj Chopade" userId="S::suraj.chopade@bostoninstituteofanalytics.org::dcc44ee8-6a65-4538-a5e1-c87e14ca7a61" providerId="AD" clId="Web-{39DB501E-FFF4-78BA-F345-54CE7B5191BB}" dt="2023-10-10T07:56:23.311" v="310" actId="1076"/>
        <pc:sldMkLst>
          <pc:docMk/>
          <pc:sldMk cId="1329303612" sldId="513"/>
        </pc:sldMkLst>
      </pc:sldChg>
      <pc:sldChg chg="addSp delSp modSp add replId">
        <pc:chgData name="Suraj Chopade" userId="S::suraj.chopade@bostoninstituteofanalytics.org::dcc44ee8-6a65-4538-a5e1-c87e14ca7a61" providerId="AD" clId="Web-{39DB501E-FFF4-78BA-F345-54CE7B5191BB}" dt="2023-10-10T07:59:57.377" v="427" actId="20577"/>
        <pc:sldMkLst>
          <pc:docMk/>
          <pc:sldMk cId="3597375417" sldId="514"/>
        </pc:sldMkLst>
      </pc:sldChg>
      <pc:sldChg chg="addSp delSp modSp add ord replId">
        <pc:chgData name="Suraj Chopade" userId="S::suraj.chopade@bostoninstituteofanalytics.org::dcc44ee8-6a65-4538-a5e1-c87e14ca7a61" providerId="AD" clId="Web-{39DB501E-FFF4-78BA-F345-54CE7B5191BB}" dt="2023-10-10T08:05:52.228" v="499" actId="1076"/>
        <pc:sldMkLst>
          <pc:docMk/>
          <pc:sldMk cId="2209605686" sldId="515"/>
        </pc:sldMkLst>
      </pc:sldChg>
      <pc:sldChg chg="addSp delSp modSp add replId">
        <pc:chgData name="Suraj Chopade" userId="S::suraj.chopade@bostoninstituteofanalytics.org::dcc44ee8-6a65-4538-a5e1-c87e14ca7a61" providerId="AD" clId="Web-{39DB501E-FFF4-78BA-F345-54CE7B5191BB}" dt="2023-10-10T08:09:05.388" v="525" actId="20577"/>
        <pc:sldMkLst>
          <pc:docMk/>
          <pc:sldMk cId="1659917688" sldId="516"/>
        </pc:sldMkLst>
      </pc:sldChg>
      <pc:sldChg chg="modSp add replId">
        <pc:chgData name="Suraj Chopade" userId="S::suraj.chopade@bostoninstituteofanalytics.org::dcc44ee8-6a65-4538-a5e1-c87e14ca7a61" providerId="AD" clId="Web-{39DB501E-FFF4-78BA-F345-54CE7B5191BB}" dt="2023-10-10T08:24:38.983" v="562" actId="20577"/>
        <pc:sldMkLst>
          <pc:docMk/>
          <pc:sldMk cId="684558872" sldId="517"/>
        </pc:sldMkLst>
      </pc:sldChg>
      <pc:sldChg chg="addSp delSp modSp add replId">
        <pc:chgData name="Suraj Chopade" userId="S::suraj.chopade@bostoninstituteofanalytics.org::dcc44ee8-6a65-4538-a5e1-c87e14ca7a61" providerId="AD" clId="Web-{39DB501E-FFF4-78BA-F345-54CE7B5191BB}" dt="2023-10-10T08:32:21.914" v="656" actId="20577"/>
        <pc:sldMkLst>
          <pc:docMk/>
          <pc:sldMk cId="4208619478" sldId="518"/>
        </pc:sldMkLst>
      </pc:sldChg>
      <pc:sldChg chg="addSp delSp modSp add">
        <pc:chgData name="Suraj Chopade" userId="S::suraj.chopade@bostoninstituteofanalytics.org::dcc44ee8-6a65-4538-a5e1-c87e14ca7a61" providerId="AD" clId="Web-{39DB501E-FFF4-78BA-F345-54CE7B5191BB}" dt="2023-10-10T08:34:43.729" v="688" actId="1076"/>
        <pc:sldMkLst>
          <pc:docMk/>
          <pc:sldMk cId="968449266" sldId="519"/>
        </pc:sldMkLst>
      </pc:sldChg>
      <pc:sldChg chg="addSp delSp modSp add replId">
        <pc:chgData name="Suraj Chopade" userId="S::suraj.chopade@bostoninstituteofanalytics.org::dcc44ee8-6a65-4538-a5e1-c87e14ca7a61" providerId="AD" clId="Web-{39DB501E-FFF4-78BA-F345-54CE7B5191BB}" dt="2023-10-10T08:49:11.964" v="731" actId="1076"/>
        <pc:sldMkLst>
          <pc:docMk/>
          <pc:sldMk cId="3670373843" sldId="520"/>
        </pc:sldMkLst>
      </pc:sldChg>
      <pc:sldChg chg="addSp delSp modSp add replId">
        <pc:chgData name="Suraj Chopade" userId="S::suraj.chopade@bostoninstituteofanalytics.org::dcc44ee8-6a65-4538-a5e1-c87e14ca7a61" providerId="AD" clId="Web-{39DB501E-FFF4-78BA-F345-54CE7B5191BB}" dt="2023-10-10T08:52:44.046" v="761" actId="1076"/>
        <pc:sldMkLst>
          <pc:docMk/>
          <pc:sldMk cId="2931997580" sldId="521"/>
        </pc:sldMkLst>
      </pc:sldChg>
      <pc:sldChg chg="add del replId">
        <pc:chgData name="Suraj Chopade" userId="S::suraj.chopade@bostoninstituteofanalytics.org::dcc44ee8-6a65-4538-a5e1-c87e14ca7a61" providerId="AD" clId="Web-{39DB501E-FFF4-78BA-F345-54CE7B5191BB}" dt="2023-10-10T08:51:02.826" v="735"/>
        <pc:sldMkLst>
          <pc:docMk/>
          <pc:sldMk cId="1957087074" sldId="522"/>
        </pc:sldMkLst>
      </pc:sldChg>
    </pc:docChg>
  </pc:docChgLst>
  <pc:docChgLst>
    <pc:chgData name="Suraj Chopade" userId="S::suraj.chopade@bostoninstituteofanalytics.org::dcc44ee8-6a65-4538-a5e1-c87e14ca7a61" providerId="AD" clId="Web-{07D6206A-01FE-69F2-EC07-98360DEF3651}"/>
    <pc:docChg chg="addSld modSld">
      <pc:chgData name="Suraj Chopade" userId="S::suraj.chopade@bostoninstituteofanalytics.org::dcc44ee8-6a65-4538-a5e1-c87e14ca7a61" providerId="AD" clId="Web-{07D6206A-01FE-69F2-EC07-98360DEF3651}" dt="2023-10-10T10:56:44.873" v="54"/>
      <pc:docMkLst>
        <pc:docMk/>
      </pc:docMkLst>
      <pc:sldChg chg="modNotes">
        <pc:chgData name="Suraj Chopade" userId="S::suraj.chopade@bostoninstituteofanalytics.org::dcc44ee8-6a65-4538-a5e1-c87e14ca7a61" providerId="AD" clId="Web-{07D6206A-01FE-69F2-EC07-98360DEF3651}" dt="2023-10-10T10:55:20.106" v="34"/>
        <pc:sldMkLst>
          <pc:docMk/>
          <pc:sldMk cId="578900116" sldId="499"/>
        </pc:sldMkLst>
      </pc:sldChg>
      <pc:sldChg chg="modNotes">
        <pc:chgData name="Suraj Chopade" userId="S::suraj.chopade@bostoninstituteofanalytics.org::dcc44ee8-6a65-4538-a5e1-c87e14ca7a61" providerId="AD" clId="Web-{07D6206A-01FE-69F2-EC07-98360DEF3651}" dt="2023-10-10T10:55:23.606" v="35"/>
        <pc:sldMkLst>
          <pc:docMk/>
          <pc:sldMk cId="1938717767" sldId="508"/>
        </pc:sldMkLst>
      </pc:sldChg>
      <pc:sldChg chg="modNotes">
        <pc:chgData name="Suraj Chopade" userId="S::suraj.chopade@bostoninstituteofanalytics.org::dcc44ee8-6a65-4538-a5e1-c87e14ca7a61" providerId="AD" clId="Web-{07D6206A-01FE-69F2-EC07-98360DEF3651}" dt="2023-10-10T10:55:26.700" v="36"/>
        <pc:sldMkLst>
          <pc:docMk/>
          <pc:sldMk cId="1504108184" sldId="509"/>
        </pc:sldMkLst>
      </pc:sldChg>
      <pc:sldChg chg="modNotes">
        <pc:chgData name="Suraj Chopade" userId="S::suraj.chopade@bostoninstituteofanalytics.org::dcc44ee8-6a65-4538-a5e1-c87e14ca7a61" providerId="AD" clId="Web-{07D6206A-01FE-69F2-EC07-98360DEF3651}" dt="2023-10-10T10:55:31.137" v="37"/>
        <pc:sldMkLst>
          <pc:docMk/>
          <pc:sldMk cId="2000376747" sldId="510"/>
        </pc:sldMkLst>
      </pc:sldChg>
      <pc:sldChg chg="modNotes">
        <pc:chgData name="Suraj Chopade" userId="S::suraj.chopade@bostoninstituteofanalytics.org::dcc44ee8-6a65-4538-a5e1-c87e14ca7a61" providerId="AD" clId="Web-{07D6206A-01FE-69F2-EC07-98360DEF3651}" dt="2023-10-10T10:55:36.356" v="38"/>
        <pc:sldMkLst>
          <pc:docMk/>
          <pc:sldMk cId="561905179" sldId="511"/>
        </pc:sldMkLst>
      </pc:sldChg>
      <pc:sldChg chg="modNotes">
        <pc:chgData name="Suraj Chopade" userId="S::suraj.chopade@bostoninstituteofanalytics.org::dcc44ee8-6a65-4538-a5e1-c87e14ca7a61" providerId="AD" clId="Web-{07D6206A-01FE-69F2-EC07-98360DEF3651}" dt="2023-10-10T10:55:43.028" v="40"/>
        <pc:sldMkLst>
          <pc:docMk/>
          <pc:sldMk cId="3610067102" sldId="512"/>
        </pc:sldMkLst>
      </pc:sldChg>
      <pc:sldChg chg="modNotes">
        <pc:chgData name="Suraj Chopade" userId="S::suraj.chopade@bostoninstituteofanalytics.org::dcc44ee8-6a65-4538-a5e1-c87e14ca7a61" providerId="AD" clId="Web-{07D6206A-01FE-69F2-EC07-98360DEF3651}" dt="2023-10-10T10:55:46.060" v="41"/>
        <pc:sldMkLst>
          <pc:docMk/>
          <pc:sldMk cId="1329303612" sldId="513"/>
        </pc:sldMkLst>
      </pc:sldChg>
      <pc:sldChg chg="modNotes">
        <pc:chgData name="Suraj Chopade" userId="S::suraj.chopade@bostoninstituteofanalytics.org::dcc44ee8-6a65-4538-a5e1-c87e14ca7a61" providerId="AD" clId="Web-{07D6206A-01FE-69F2-EC07-98360DEF3651}" dt="2023-10-10T10:55:53.607" v="42"/>
        <pc:sldMkLst>
          <pc:docMk/>
          <pc:sldMk cId="3597375417" sldId="514"/>
        </pc:sldMkLst>
      </pc:sldChg>
      <pc:sldChg chg="modNotes">
        <pc:chgData name="Suraj Chopade" userId="S::suraj.chopade@bostoninstituteofanalytics.org::dcc44ee8-6a65-4538-a5e1-c87e14ca7a61" providerId="AD" clId="Web-{07D6206A-01FE-69F2-EC07-98360DEF3651}" dt="2023-10-10T10:55:55.950" v="43"/>
        <pc:sldMkLst>
          <pc:docMk/>
          <pc:sldMk cId="2209605686" sldId="515"/>
        </pc:sldMkLst>
      </pc:sldChg>
      <pc:sldChg chg="modNotes">
        <pc:chgData name="Suraj Chopade" userId="S::suraj.chopade@bostoninstituteofanalytics.org::dcc44ee8-6a65-4538-a5e1-c87e14ca7a61" providerId="AD" clId="Web-{07D6206A-01FE-69F2-EC07-98360DEF3651}" dt="2023-10-10T10:55:58.560" v="44"/>
        <pc:sldMkLst>
          <pc:docMk/>
          <pc:sldMk cId="1659917688" sldId="516"/>
        </pc:sldMkLst>
      </pc:sldChg>
      <pc:sldChg chg="modNotes">
        <pc:chgData name="Suraj Chopade" userId="S::suraj.chopade@bostoninstituteofanalytics.org::dcc44ee8-6a65-4538-a5e1-c87e14ca7a61" providerId="AD" clId="Web-{07D6206A-01FE-69F2-EC07-98360DEF3651}" dt="2023-10-10T10:56:02.345" v="45"/>
        <pc:sldMkLst>
          <pc:docMk/>
          <pc:sldMk cId="684558872" sldId="517"/>
        </pc:sldMkLst>
      </pc:sldChg>
      <pc:sldChg chg="modNotes">
        <pc:chgData name="Suraj Chopade" userId="S::suraj.chopade@bostoninstituteofanalytics.org::dcc44ee8-6a65-4538-a5e1-c87e14ca7a61" providerId="AD" clId="Web-{07D6206A-01FE-69F2-EC07-98360DEF3651}" dt="2023-10-10T10:56:04.685" v="46"/>
        <pc:sldMkLst>
          <pc:docMk/>
          <pc:sldMk cId="4208619478" sldId="518"/>
        </pc:sldMkLst>
      </pc:sldChg>
      <pc:sldChg chg="modNotes">
        <pc:chgData name="Suraj Chopade" userId="S::suraj.chopade@bostoninstituteofanalytics.org::dcc44ee8-6a65-4538-a5e1-c87e14ca7a61" providerId="AD" clId="Web-{07D6206A-01FE-69F2-EC07-98360DEF3651}" dt="2023-10-10T10:56:08.826" v="47"/>
        <pc:sldMkLst>
          <pc:docMk/>
          <pc:sldMk cId="968449266" sldId="519"/>
        </pc:sldMkLst>
      </pc:sldChg>
      <pc:sldChg chg="modNotes">
        <pc:chgData name="Suraj Chopade" userId="S::suraj.chopade@bostoninstituteofanalytics.org::dcc44ee8-6a65-4538-a5e1-c87e14ca7a61" providerId="AD" clId="Web-{07D6206A-01FE-69F2-EC07-98360DEF3651}" dt="2023-10-10T10:56:13.982" v="48"/>
        <pc:sldMkLst>
          <pc:docMk/>
          <pc:sldMk cId="3670373843" sldId="520"/>
        </pc:sldMkLst>
      </pc:sldChg>
      <pc:sldChg chg="modNotes">
        <pc:chgData name="Suraj Chopade" userId="S::suraj.chopade@bostoninstituteofanalytics.org::dcc44ee8-6a65-4538-a5e1-c87e14ca7a61" providerId="AD" clId="Web-{07D6206A-01FE-69F2-EC07-98360DEF3651}" dt="2023-10-10T10:56:18.748" v="49"/>
        <pc:sldMkLst>
          <pc:docMk/>
          <pc:sldMk cId="2931997580" sldId="521"/>
        </pc:sldMkLst>
      </pc:sldChg>
      <pc:sldChg chg="addSp delSp modSp add replId modNotes">
        <pc:chgData name="Suraj Chopade" userId="S::suraj.chopade@bostoninstituteofanalytics.org::dcc44ee8-6a65-4538-a5e1-c87e14ca7a61" providerId="AD" clId="Web-{07D6206A-01FE-69F2-EC07-98360DEF3651}" dt="2023-10-10T10:56:44.873" v="54"/>
        <pc:sldMkLst>
          <pc:docMk/>
          <pc:sldMk cId="344914880" sldId="522"/>
        </pc:sldMkLst>
      </pc:sldChg>
    </pc:docChg>
  </pc:docChgLst>
  <pc:docChgLst>
    <pc:chgData name="Suraj Chopade" userId="S::suraj.chopade@bostoninstituteofanalytics.org::dcc44ee8-6a65-4538-a5e1-c87e14ca7a61" providerId="AD" clId="Web-{99E76ED9-459D-F8D6-E8C2-93E71ECEB899}"/>
    <pc:docChg chg="addSld delSld modSld">
      <pc:chgData name="Suraj Chopade" userId="S::suraj.chopade@bostoninstituteofanalytics.org::dcc44ee8-6a65-4538-a5e1-c87e14ca7a61" providerId="AD" clId="Web-{99E76ED9-459D-F8D6-E8C2-93E71ECEB899}" dt="2023-10-11T06:09:56.302" v="61"/>
      <pc:docMkLst>
        <pc:docMk/>
      </pc:docMkLst>
      <pc:sldChg chg="del">
        <pc:chgData name="Suraj Chopade" userId="S::suraj.chopade@bostoninstituteofanalytics.org::dcc44ee8-6a65-4538-a5e1-c87e14ca7a61" providerId="AD" clId="Web-{99E76ED9-459D-F8D6-E8C2-93E71ECEB899}" dt="2023-10-11T06:09:56.302" v="61"/>
        <pc:sldMkLst>
          <pc:docMk/>
          <pc:sldMk cId="1216315981" sldId="517"/>
        </pc:sldMkLst>
      </pc:sldChg>
      <pc:sldChg chg="addSp modSp">
        <pc:chgData name="Suraj Chopade" userId="S::suraj.chopade@bostoninstituteofanalytics.org::dcc44ee8-6a65-4538-a5e1-c87e14ca7a61" providerId="AD" clId="Web-{99E76ED9-459D-F8D6-E8C2-93E71ECEB899}" dt="2023-10-11T06:08:04.672" v="57"/>
        <pc:sldMkLst>
          <pc:docMk/>
          <pc:sldMk cId="696253128" sldId="518"/>
        </pc:sldMkLst>
      </pc:sldChg>
      <pc:sldChg chg="addSp modSp">
        <pc:chgData name="Suraj Chopade" userId="S::suraj.chopade@bostoninstituteofanalytics.org::dcc44ee8-6a65-4538-a5e1-c87e14ca7a61" providerId="AD" clId="Web-{99E76ED9-459D-F8D6-E8C2-93E71ECEB899}" dt="2023-10-11T06:08:07.125" v="58"/>
        <pc:sldMkLst>
          <pc:docMk/>
          <pc:sldMk cId="3421483834" sldId="519"/>
        </pc:sldMkLst>
      </pc:sldChg>
      <pc:sldChg chg="addSp">
        <pc:chgData name="Suraj Chopade" userId="S::suraj.chopade@bostoninstituteofanalytics.org::dcc44ee8-6a65-4538-a5e1-c87e14ca7a61" providerId="AD" clId="Web-{99E76ED9-459D-F8D6-E8C2-93E71ECEB899}" dt="2023-10-11T06:08:11.110" v="59"/>
        <pc:sldMkLst>
          <pc:docMk/>
          <pc:sldMk cId="3840755790" sldId="521"/>
        </pc:sldMkLst>
      </pc:sldChg>
      <pc:sldChg chg="addSp delSp modSp add replId modNotes">
        <pc:chgData name="Suraj Chopade" userId="S::suraj.chopade@bostoninstituteofanalytics.org::dcc44ee8-6a65-4538-a5e1-c87e14ca7a61" providerId="AD" clId="Web-{99E76ED9-459D-F8D6-E8C2-93E71ECEB899}" dt="2023-10-11T06:08:14.563" v="60"/>
        <pc:sldMkLst>
          <pc:docMk/>
          <pc:sldMk cId="236609953" sldId="522"/>
        </pc:sldMkLst>
      </pc:sldChg>
    </pc:docChg>
  </pc:docChgLst>
  <pc:docChgLst>
    <pc:chgData name="Suraj Chopade" userId="S::suraj.chopade@bostoninstituteofanalytics.org::dcc44ee8-6a65-4538-a5e1-c87e14ca7a61" providerId="AD" clId="Web-{A8A5AB48-3311-B43A-3631-9F462C1E44C8}"/>
    <pc:docChg chg="addSld delSld modSld sldOrd">
      <pc:chgData name="Suraj Chopade" userId="S::suraj.chopade@bostoninstituteofanalytics.org::dcc44ee8-6a65-4538-a5e1-c87e14ca7a61" providerId="AD" clId="Web-{A8A5AB48-3311-B43A-3631-9F462C1E44C8}" dt="2023-10-06T13:39:54.319" v="2266" actId="14100"/>
      <pc:docMkLst>
        <pc:docMk/>
      </pc:docMkLst>
      <pc:sldChg chg="modSp">
        <pc:chgData name="Suraj Chopade" userId="S::suraj.chopade@bostoninstituteofanalytics.org::dcc44ee8-6a65-4538-a5e1-c87e14ca7a61" providerId="AD" clId="Web-{A8A5AB48-3311-B43A-3631-9F462C1E44C8}" dt="2023-10-06T09:36:43.219" v="20" actId="14100"/>
        <pc:sldMkLst>
          <pc:docMk/>
          <pc:sldMk cId="4235558439" sldId="287"/>
        </pc:sldMkLst>
      </pc:sldChg>
      <pc:sldChg chg="delSp modSp">
        <pc:chgData name="Suraj Chopade" userId="S::suraj.chopade@bostoninstituteofanalytics.org::dcc44ee8-6a65-4538-a5e1-c87e14ca7a61" providerId="AD" clId="Web-{A8A5AB48-3311-B43A-3631-9F462C1E44C8}" dt="2023-10-06T09:41:54.466" v="80" actId="1076"/>
        <pc:sldMkLst>
          <pc:docMk/>
          <pc:sldMk cId="1726830" sldId="314"/>
        </pc:sldMkLst>
      </pc:sldChg>
      <pc:sldChg chg="del">
        <pc:chgData name="Suraj Chopade" userId="S::suraj.chopade@bostoninstituteofanalytics.org::dcc44ee8-6a65-4538-a5e1-c87e14ca7a61" providerId="AD" clId="Web-{A8A5AB48-3311-B43A-3631-9F462C1E44C8}" dt="2023-10-06T09:33:57.994" v="0"/>
        <pc:sldMkLst>
          <pc:docMk/>
          <pc:sldMk cId="876099985" sldId="409"/>
        </pc:sldMkLst>
      </pc:sldChg>
      <pc:sldChg chg="del">
        <pc:chgData name="Suraj Chopade" userId="S::suraj.chopade@bostoninstituteofanalytics.org::dcc44ee8-6a65-4538-a5e1-c87e14ca7a61" providerId="AD" clId="Web-{A8A5AB48-3311-B43A-3631-9F462C1E44C8}" dt="2023-10-06T09:33:58.009" v="1"/>
        <pc:sldMkLst>
          <pc:docMk/>
          <pc:sldMk cId="2926612377" sldId="410"/>
        </pc:sldMkLst>
      </pc:sldChg>
      <pc:sldChg chg="del">
        <pc:chgData name="Suraj Chopade" userId="S::suraj.chopade@bostoninstituteofanalytics.org::dcc44ee8-6a65-4538-a5e1-c87e14ca7a61" providerId="AD" clId="Web-{A8A5AB48-3311-B43A-3631-9F462C1E44C8}" dt="2023-10-06T10:11:23.160" v="559"/>
        <pc:sldMkLst>
          <pc:docMk/>
          <pc:sldMk cId="1716880795" sldId="412"/>
        </pc:sldMkLst>
      </pc:sldChg>
      <pc:sldChg chg="del">
        <pc:chgData name="Suraj Chopade" userId="S::suraj.chopade@bostoninstituteofanalytics.org::dcc44ee8-6a65-4538-a5e1-c87e14ca7a61" providerId="AD" clId="Web-{A8A5AB48-3311-B43A-3631-9F462C1E44C8}" dt="2023-10-06T10:11:23.160" v="558"/>
        <pc:sldMkLst>
          <pc:docMk/>
          <pc:sldMk cId="2788898658" sldId="413"/>
        </pc:sldMkLst>
      </pc:sldChg>
      <pc:sldChg chg="del">
        <pc:chgData name="Suraj Chopade" userId="S::suraj.chopade@bostoninstituteofanalytics.org::dcc44ee8-6a65-4538-a5e1-c87e14ca7a61" providerId="AD" clId="Web-{A8A5AB48-3311-B43A-3631-9F462C1E44C8}" dt="2023-10-06T10:11:23.160" v="556"/>
        <pc:sldMkLst>
          <pc:docMk/>
          <pc:sldMk cId="3599271236" sldId="414"/>
        </pc:sldMkLst>
      </pc:sldChg>
      <pc:sldChg chg="del">
        <pc:chgData name="Suraj Chopade" userId="S::suraj.chopade@bostoninstituteofanalytics.org::dcc44ee8-6a65-4538-a5e1-c87e14ca7a61" providerId="AD" clId="Web-{A8A5AB48-3311-B43A-3631-9F462C1E44C8}" dt="2023-10-06T10:11:23.160" v="555"/>
        <pc:sldMkLst>
          <pc:docMk/>
          <pc:sldMk cId="1862185736" sldId="415"/>
        </pc:sldMkLst>
      </pc:sldChg>
      <pc:sldChg chg="del">
        <pc:chgData name="Suraj Chopade" userId="S::suraj.chopade@bostoninstituteofanalytics.org::dcc44ee8-6a65-4538-a5e1-c87e14ca7a61" providerId="AD" clId="Web-{A8A5AB48-3311-B43A-3631-9F462C1E44C8}" dt="2023-10-06T10:11:23.160" v="554"/>
        <pc:sldMkLst>
          <pc:docMk/>
          <pc:sldMk cId="473788288" sldId="416"/>
        </pc:sldMkLst>
      </pc:sldChg>
      <pc:sldChg chg="del">
        <pc:chgData name="Suraj Chopade" userId="S::suraj.chopade@bostoninstituteofanalytics.org::dcc44ee8-6a65-4538-a5e1-c87e14ca7a61" providerId="AD" clId="Web-{A8A5AB48-3311-B43A-3631-9F462C1E44C8}" dt="2023-10-06T10:11:23.160" v="557"/>
        <pc:sldMkLst>
          <pc:docMk/>
          <pc:sldMk cId="1830556282" sldId="417"/>
        </pc:sldMkLst>
      </pc:sldChg>
      <pc:sldChg chg="del">
        <pc:chgData name="Suraj Chopade" userId="S::suraj.chopade@bostoninstituteofanalytics.org::dcc44ee8-6a65-4538-a5e1-c87e14ca7a61" providerId="AD" clId="Web-{A8A5AB48-3311-B43A-3631-9F462C1E44C8}" dt="2023-10-06T10:11:23.160" v="553"/>
        <pc:sldMkLst>
          <pc:docMk/>
          <pc:sldMk cId="3759979835" sldId="418"/>
        </pc:sldMkLst>
      </pc:sldChg>
      <pc:sldChg chg="del">
        <pc:chgData name="Suraj Chopade" userId="S::suraj.chopade@bostoninstituteofanalytics.org::dcc44ee8-6a65-4538-a5e1-c87e14ca7a61" providerId="AD" clId="Web-{A8A5AB48-3311-B43A-3631-9F462C1E44C8}" dt="2023-10-06T10:11:23.145" v="552"/>
        <pc:sldMkLst>
          <pc:docMk/>
          <pc:sldMk cId="2206983601" sldId="420"/>
        </pc:sldMkLst>
      </pc:sldChg>
      <pc:sldChg chg="del">
        <pc:chgData name="Suraj Chopade" userId="S::suraj.chopade@bostoninstituteofanalytics.org::dcc44ee8-6a65-4538-a5e1-c87e14ca7a61" providerId="AD" clId="Web-{A8A5AB48-3311-B43A-3631-9F462C1E44C8}" dt="2023-10-06T10:11:23.145" v="551"/>
        <pc:sldMkLst>
          <pc:docMk/>
          <pc:sldMk cId="2201374662" sldId="421"/>
        </pc:sldMkLst>
      </pc:sldChg>
      <pc:sldChg chg="del">
        <pc:chgData name="Suraj Chopade" userId="S::suraj.chopade@bostoninstituteofanalytics.org::dcc44ee8-6a65-4538-a5e1-c87e14ca7a61" providerId="AD" clId="Web-{A8A5AB48-3311-B43A-3631-9F462C1E44C8}" dt="2023-10-06T10:11:23.145" v="550"/>
        <pc:sldMkLst>
          <pc:docMk/>
          <pc:sldMk cId="3628698905" sldId="422"/>
        </pc:sldMkLst>
      </pc:sldChg>
      <pc:sldChg chg="del">
        <pc:chgData name="Suraj Chopade" userId="S::suraj.chopade@bostoninstituteofanalytics.org::dcc44ee8-6a65-4538-a5e1-c87e14ca7a61" providerId="AD" clId="Web-{A8A5AB48-3311-B43A-3631-9F462C1E44C8}" dt="2023-10-06T10:11:23.145" v="548"/>
        <pc:sldMkLst>
          <pc:docMk/>
          <pc:sldMk cId="3719171295" sldId="423"/>
        </pc:sldMkLst>
      </pc:sldChg>
      <pc:sldChg chg="del">
        <pc:chgData name="Suraj Chopade" userId="S::suraj.chopade@bostoninstituteofanalytics.org::dcc44ee8-6a65-4538-a5e1-c87e14ca7a61" providerId="AD" clId="Web-{A8A5AB48-3311-B43A-3631-9F462C1E44C8}" dt="2023-10-06T10:11:23.145" v="549"/>
        <pc:sldMkLst>
          <pc:docMk/>
          <pc:sldMk cId="3099422123" sldId="424"/>
        </pc:sldMkLst>
      </pc:sldChg>
      <pc:sldChg chg="del">
        <pc:chgData name="Suraj Chopade" userId="S::suraj.chopade@bostoninstituteofanalytics.org::dcc44ee8-6a65-4538-a5e1-c87e14ca7a61" providerId="AD" clId="Web-{A8A5AB48-3311-B43A-3631-9F462C1E44C8}" dt="2023-10-06T10:11:23.145" v="547"/>
        <pc:sldMkLst>
          <pc:docMk/>
          <pc:sldMk cId="4285754358" sldId="425"/>
        </pc:sldMkLst>
      </pc:sldChg>
      <pc:sldChg chg="del">
        <pc:chgData name="Suraj Chopade" userId="S::suraj.chopade@bostoninstituteofanalytics.org::dcc44ee8-6a65-4538-a5e1-c87e14ca7a61" providerId="AD" clId="Web-{A8A5AB48-3311-B43A-3631-9F462C1E44C8}" dt="2023-10-06T10:11:23.145" v="546"/>
        <pc:sldMkLst>
          <pc:docMk/>
          <pc:sldMk cId="3130724772" sldId="426"/>
        </pc:sldMkLst>
      </pc:sldChg>
      <pc:sldChg chg="del">
        <pc:chgData name="Suraj Chopade" userId="S::suraj.chopade@bostoninstituteofanalytics.org::dcc44ee8-6a65-4538-a5e1-c87e14ca7a61" providerId="AD" clId="Web-{A8A5AB48-3311-B43A-3631-9F462C1E44C8}" dt="2023-10-06T10:11:23.129" v="545"/>
        <pc:sldMkLst>
          <pc:docMk/>
          <pc:sldMk cId="534715058" sldId="427"/>
        </pc:sldMkLst>
      </pc:sldChg>
      <pc:sldChg chg="del">
        <pc:chgData name="Suraj Chopade" userId="S::suraj.chopade@bostoninstituteofanalytics.org::dcc44ee8-6a65-4538-a5e1-c87e14ca7a61" providerId="AD" clId="Web-{A8A5AB48-3311-B43A-3631-9F462C1E44C8}" dt="2023-10-06T10:11:23.129" v="544"/>
        <pc:sldMkLst>
          <pc:docMk/>
          <pc:sldMk cId="2012388065" sldId="428"/>
        </pc:sldMkLst>
      </pc:sldChg>
      <pc:sldChg chg="del">
        <pc:chgData name="Suraj Chopade" userId="S::suraj.chopade@bostoninstituteofanalytics.org::dcc44ee8-6a65-4538-a5e1-c87e14ca7a61" providerId="AD" clId="Web-{A8A5AB48-3311-B43A-3631-9F462C1E44C8}" dt="2023-10-06T10:11:23.129" v="543"/>
        <pc:sldMkLst>
          <pc:docMk/>
          <pc:sldMk cId="437294114" sldId="429"/>
        </pc:sldMkLst>
      </pc:sldChg>
      <pc:sldChg chg="del">
        <pc:chgData name="Suraj Chopade" userId="S::suraj.chopade@bostoninstituteofanalytics.org::dcc44ee8-6a65-4538-a5e1-c87e14ca7a61" providerId="AD" clId="Web-{A8A5AB48-3311-B43A-3631-9F462C1E44C8}" dt="2023-10-06T10:11:23.129" v="542"/>
        <pc:sldMkLst>
          <pc:docMk/>
          <pc:sldMk cId="2327297602" sldId="430"/>
        </pc:sldMkLst>
      </pc:sldChg>
      <pc:sldChg chg="del">
        <pc:chgData name="Suraj Chopade" userId="S::suraj.chopade@bostoninstituteofanalytics.org::dcc44ee8-6a65-4538-a5e1-c87e14ca7a61" providerId="AD" clId="Web-{A8A5AB48-3311-B43A-3631-9F462C1E44C8}" dt="2023-10-06T10:11:23.114" v="541"/>
        <pc:sldMkLst>
          <pc:docMk/>
          <pc:sldMk cId="1635862421" sldId="431"/>
        </pc:sldMkLst>
      </pc:sldChg>
      <pc:sldChg chg="del">
        <pc:chgData name="Suraj Chopade" userId="S::suraj.chopade@bostoninstituteofanalytics.org::dcc44ee8-6a65-4538-a5e1-c87e14ca7a61" providerId="AD" clId="Web-{A8A5AB48-3311-B43A-3631-9F462C1E44C8}" dt="2023-10-06T10:11:23.114" v="540"/>
        <pc:sldMkLst>
          <pc:docMk/>
          <pc:sldMk cId="728911902" sldId="432"/>
        </pc:sldMkLst>
      </pc:sldChg>
      <pc:sldChg chg="del">
        <pc:chgData name="Suraj Chopade" userId="S::suraj.chopade@bostoninstituteofanalytics.org::dcc44ee8-6a65-4538-a5e1-c87e14ca7a61" providerId="AD" clId="Web-{A8A5AB48-3311-B43A-3631-9F462C1E44C8}" dt="2023-10-06T10:11:23.114" v="539"/>
        <pc:sldMkLst>
          <pc:docMk/>
          <pc:sldMk cId="2124791131" sldId="433"/>
        </pc:sldMkLst>
      </pc:sldChg>
      <pc:sldChg chg="del">
        <pc:chgData name="Suraj Chopade" userId="S::suraj.chopade@bostoninstituteofanalytics.org::dcc44ee8-6a65-4538-a5e1-c87e14ca7a61" providerId="AD" clId="Web-{A8A5AB48-3311-B43A-3631-9F462C1E44C8}" dt="2023-10-06T10:11:23.114" v="538"/>
        <pc:sldMkLst>
          <pc:docMk/>
          <pc:sldMk cId="1863556272" sldId="434"/>
        </pc:sldMkLst>
      </pc:sldChg>
      <pc:sldChg chg="del">
        <pc:chgData name="Suraj Chopade" userId="S::suraj.chopade@bostoninstituteofanalytics.org::dcc44ee8-6a65-4538-a5e1-c87e14ca7a61" providerId="AD" clId="Web-{A8A5AB48-3311-B43A-3631-9F462C1E44C8}" dt="2023-10-06T10:11:23.114" v="536"/>
        <pc:sldMkLst>
          <pc:docMk/>
          <pc:sldMk cId="411251168" sldId="435"/>
        </pc:sldMkLst>
      </pc:sldChg>
      <pc:sldChg chg="del">
        <pc:chgData name="Suraj Chopade" userId="S::suraj.chopade@bostoninstituteofanalytics.org::dcc44ee8-6a65-4538-a5e1-c87e14ca7a61" providerId="AD" clId="Web-{A8A5AB48-3311-B43A-3631-9F462C1E44C8}" dt="2023-10-06T10:11:23.114" v="537"/>
        <pc:sldMkLst>
          <pc:docMk/>
          <pc:sldMk cId="3427110777" sldId="436"/>
        </pc:sldMkLst>
      </pc:sldChg>
      <pc:sldChg chg="del">
        <pc:chgData name="Suraj Chopade" userId="S::suraj.chopade@bostoninstituteofanalytics.org::dcc44ee8-6a65-4538-a5e1-c87e14ca7a61" providerId="AD" clId="Web-{A8A5AB48-3311-B43A-3631-9F462C1E44C8}" dt="2023-10-06T10:11:23.114" v="535"/>
        <pc:sldMkLst>
          <pc:docMk/>
          <pc:sldMk cId="2873889658" sldId="437"/>
        </pc:sldMkLst>
      </pc:sldChg>
      <pc:sldChg chg="addSp modSp add replId">
        <pc:chgData name="Suraj Chopade" userId="S::suraj.chopade@bostoninstituteofanalytics.org::dcc44ee8-6a65-4538-a5e1-c87e14ca7a61" providerId="AD" clId="Web-{A8A5AB48-3311-B43A-3631-9F462C1E44C8}" dt="2023-10-06T09:43:44.517" v="102" actId="1076"/>
        <pc:sldMkLst>
          <pc:docMk/>
          <pc:sldMk cId="1541896332" sldId="438"/>
        </pc:sldMkLst>
      </pc:sldChg>
      <pc:sldChg chg="modSp add ord replId">
        <pc:chgData name="Suraj Chopade" userId="S::suraj.chopade@bostoninstituteofanalytics.org::dcc44ee8-6a65-4538-a5e1-c87e14ca7a61" providerId="AD" clId="Web-{A8A5AB48-3311-B43A-3631-9F462C1E44C8}" dt="2023-10-06T09:51:37.879" v="270" actId="20577"/>
        <pc:sldMkLst>
          <pc:docMk/>
          <pc:sldMk cId="4217551723" sldId="439"/>
        </pc:sldMkLst>
      </pc:sldChg>
      <pc:sldChg chg="modSp add replId">
        <pc:chgData name="Suraj Chopade" userId="S::suraj.chopade@bostoninstituteofanalytics.org::dcc44ee8-6a65-4538-a5e1-c87e14ca7a61" providerId="AD" clId="Web-{A8A5AB48-3311-B43A-3631-9F462C1E44C8}" dt="2023-10-06T10:55:46.939" v="799" actId="20577"/>
        <pc:sldMkLst>
          <pc:docMk/>
          <pc:sldMk cId="3445395743" sldId="440"/>
        </pc:sldMkLst>
      </pc:sldChg>
      <pc:sldChg chg="modSp add ord replId">
        <pc:chgData name="Suraj Chopade" userId="S::suraj.chopade@bostoninstituteofanalytics.org::dcc44ee8-6a65-4538-a5e1-c87e14ca7a61" providerId="AD" clId="Web-{A8A5AB48-3311-B43A-3631-9F462C1E44C8}" dt="2023-10-06T09:58:40.474" v="457"/>
        <pc:sldMkLst>
          <pc:docMk/>
          <pc:sldMk cId="4159333918" sldId="441"/>
        </pc:sldMkLst>
      </pc:sldChg>
      <pc:sldChg chg="addSp modSp add ord replId">
        <pc:chgData name="Suraj Chopade" userId="S::suraj.chopade@bostoninstituteofanalytics.org::dcc44ee8-6a65-4538-a5e1-c87e14ca7a61" providerId="AD" clId="Web-{A8A5AB48-3311-B43A-3631-9F462C1E44C8}" dt="2023-10-06T10:13:12.477" v="561"/>
        <pc:sldMkLst>
          <pc:docMk/>
          <pc:sldMk cId="1579541125" sldId="442"/>
        </pc:sldMkLst>
      </pc:sldChg>
      <pc:sldChg chg="add del replId">
        <pc:chgData name="Suraj Chopade" userId="S::suraj.chopade@bostoninstituteofanalytics.org::dcc44ee8-6a65-4538-a5e1-c87e14ca7a61" providerId="AD" clId="Web-{A8A5AB48-3311-B43A-3631-9F462C1E44C8}" dt="2023-10-06T09:57:15.252" v="376"/>
        <pc:sldMkLst>
          <pc:docMk/>
          <pc:sldMk cId="4079971453" sldId="442"/>
        </pc:sldMkLst>
      </pc:sldChg>
      <pc:sldChg chg="add del replId">
        <pc:chgData name="Suraj Chopade" userId="S::suraj.chopade@bostoninstituteofanalytics.org::dcc44ee8-6a65-4538-a5e1-c87e14ca7a61" providerId="AD" clId="Web-{A8A5AB48-3311-B43A-3631-9F462C1E44C8}" dt="2023-10-06T10:05:30.209" v="476"/>
        <pc:sldMkLst>
          <pc:docMk/>
          <pc:sldMk cId="2420606577" sldId="443"/>
        </pc:sldMkLst>
      </pc:sldChg>
      <pc:sldChg chg="addSp delSp modSp add replId">
        <pc:chgData name="Suraj Chopade" userId="S::suraj.chopade@bostoninstituteofanalytics.org::dcc44ee8-6a65-4538-a5e1-c87e14ca7a61" providerId="AD" clId="Web-{A8A5AB48-3311-B43A-3631-9F462C1E44C8}" dt="2023-10-06T10:19:22.679" v="608" actId="1076"/>
        <pc:sldMkLst>
          <pc:docMk/>
          <pc:sldMk cId="3168653105" sldId="443"/>
        </pc:sldMkLst>
      </pc:sldChg>
      <pc:sldChg chg="modSp add replId">
        <pc:chgData name="Suraj Chopade" userId="S::suraj.chopade@bostoninstituteofanalytics.org::dcc44ee8-6a65-4538-a5e1-c87e14ca7a61" providerId="AD" clId="Web-{A8A5AB48-3311-B43A-3631-9F462C1E44C8}" dt="2023-10-06T10:21:21.059" v="629" actId="1076"/>
        <pc:sldMkLst>
          <pc:docMk/>
          <pc:sldMk cId="1096674608" sldId="444"/>
        </pc:sldMkLst>
      </pc:sldChg>
      <pc:sldChg chg="modSp add replId">
        <pc:chgData name="Suraj Chopade" userId="S::suraj.chopade@bostoninstituteofanalytics.org::dcc44ee8-6a65-4538-a5e1-c87e14ca7a61" providerId="AD" clId="Web-{A8A5AB48-3311-B43A-3631-9F462C1E44C8}" dt="2023-10-06T10:25:50.195" v="665" actId="1076"/>
        <pc:sldMkLst>
          <pc:docMk/>
          <pc:sldMk cId="2576935323" sldId="445"/>
        </pc:sldMkLst>
      </pc:sldChg>
      <pc:sldChg chg="add del replId">
        <pc:chgData name="Suraj Chopade" userId="S::suraj.chopade@bostoninstituteofanalytics.org::dcc44ee8-6a65-4538-a5e1-c87e14ca7a61" providerId="AD" clId="Web-{A8A5AB48-3311-B43A-3631-9F462C1E44C8}" dt="2023-10-06T10:26:06.773" v="667"/>
        <pc:sldMkLst>
          <pc:docMk/>
          <pc:sldMk cId="3954385333" sldId="446"/>
        </pc:sldMkLst>
      </pc:sldChg>
      <pc:sldChg chg="modSp add replId">
        <pc:chgData name="Suraj Chopade" userId="S::suraj.chopade@bostoninstituteofanalytics.org::dcc44ee8-6a65-4538-a5e1-c87e14ca7a61" providerId="AD" clId="Web-{A8A5AB48-3311-B43A-3631-9F462C1E44C8}" dt="2023-10-06T10:26:40.478" v="681" actId="1076"/>
        <pc:sldMkLst>
          <pc:docMk/>
          <pc:sldMk cId="1173246912" sldId="447"/>
        </pc:sldMkLst>
      </pc:sldChg>
      <pc:sldChg chg="modSp add replId">
        <pc:chgData name="Suraj Chopade" userId="S::suraj.chopade@bostoninstituteofanalytics.org::dcc44ee8-6a65-4538-a5e1-c87e14ca7a61" providerId="AD" clId="Web-{A8A5AB48-3311-B43A-3631-9F462C1E44C8}" dt="2023-10-06T10:49:01.766" v="710" actId="20577"/>
        <pc:sldMkLst>
          <pc:docMk/>
          <pc:sldMk cId="1067643113" sldId="448"/>
        </pc:sldMkLst>
      </pc:sldChg>
      <pc:sldChg chg="modSp add replId">
        <pc:chgData name="Suraj Chopade" userId="S::suraj.chopade@bostoninstituteofanalytics.org::dcc44ee8-6a65-4538-a5e1-c87e14ca7a61" providerId="AD" clId="Web-{A8A5AB48-3311-B43A-3631-9F462C1E44C8}" dt="2023-10-06T10:50:53.989" v="744" actId="20577"/>
        <pc:sldMkLst>
          <pc:docMk/>
          <pc:sldMk cId="1674932042" sldId="449"/>
        </pc:sldMkLst>
      </pc:sldChg>
      <pc:sldChg chg="addSp modSp add replId">
        <pc:chgData name="Suraj Chopade" userId="S::suraj.chopade@bostoninstituteofanalytics.org::dcc44ee8-6a65-4538-a5e1-c87e14ca7a61" providerId="AD" clId="Web-{A8A5AB48-3311-B43A-3631-9F462C1E44C8}" dt="2023-10-06T10:54:20.435" v="790" actId="1076"/>
        <pc:sldMkLst>
          <pc:docMk/>
          <pc:sldMk cId="4206720302" sldId="450"/>
        </pc:sldMkLst>
      </pc:sldChg>
      <pc:sldChg chg="delSp modSp add replId">
        <pc:chgData name="Suraj Chopade" userId="S::suraj.chopade@bostoninstituteofanalytics.org::dcc44ee8-6a65-4538-a5e1-c87e14ca7a61" providerId="AD" clId="Web-{A8A5AB48-3311-B43A-3631-9F462C1E44C8}" dt="2023-10-06T10:54:34.670" v="794" actId="20577"/>
        <pc:sldMkLst>
          <pc:docMk/>
          <pc:sldMk cId="323007175" sldId="451"/>
        </pc:sldMkLst>
      </pc:sldChg>
      <pc:sldChg chg="addSp delSp modSp add replId">
        <pc:chgData name="Suraj Chopade" userId="S::suraj.chopade@bostoninstituteofanalytics.org::dcc44ee8-6a65-4538-a5e1-c87e14ca7a61" providerId="AD" clId="Web-{A8A5AB48-3311-B43A-3631-9F462C1E44C8}" dt="2023-10-06T11:05:08.727" v="854" actId="1076"/>
        <pc:sldMkLst>
          <pc:docMk/>
          <pc:sldMk cId="1595534070" sldId="452"/>
        </pc:sldMkLst>
      </pc:sldChg>
      <pc:sldChg chg="delSp modSp add replId">
        <pc:chgData name="Suraj Chopade" userId="S::suraj.chopade@bostoninstituteofanalytics.org::dcc44ee8-6a65-4538-a5e1-c87e14ca7a61" providerId="AD" clId="Web-{A8A5AB48-3311-B43A-3631-9F462C1E44C8}" dt="2023-10-06T11:10:18.817" v="900" actId="1076"/>
        <pc:sldMkLst>
          <pc:docMk/>
          <pc:sldMk cId="1591311205" sldId="453"/>
        </pc:sldMkLst>
      </pc:sldChg>
      <pc:sldChg chg="addSp delSp modSp add replId">
        <pc:chgData name="Suraj Chopade" userId="S::suraj.chopade@bostoninstituteofanalytics.org::dcc44ee8-6a65-4538-a5e1-c87e14ca7a61" providerId="AD" clId="Web-{A8A5AB48-3311-B43A-3631-9F462C1E44C8}" dt="2023-10-06T11:20:33.389" v="1008" actId="1076"/>
        <pc:sldMkLst>
          <pc:docMk/>
          <pc:sldMk cId="2861796006" sldId="454"/>
        </pc:sldMkLst>
      </pc:sldChg>
      <pc:sldChg chg="addSp delSp modSp add replId">
        <pc:chgData name="Suraj Chopade" userId="S::suraj.chopade@bostoninstituteofanalytics.org::dcc44ee8-6a65-4538-a5e1-c87e14ca7a61" providerId="AD" clId="Web-{A8A5AB48-3311-B43A-3631-9F462C1E44C8}" dt="2023-10-06T11:23:10.129" v="1039" actId="1076"/>
        <pc:sldMkLst>
          <pc:docMk/>
          <pc:sldMk cId="1858385530" sldId="455"/>
        </pc:sldMkLst>
      </pc:sldChg>
      <pc:sldChg chg="delSp modSp add replId">
        <pc:chgData name="Suraj Chopade" userId="S::suraj.chopade@bostoninstituteofanalytics.org::dcc44ee8-6a65-4538-a5e1-c87e14ca7a61" providerId="AD" clId="Web-{A8A5AB48-3311-B43A-3631-9F462C1E44C8}" dt="2023-10-06T11:33:30.889" v="1083" actId="1076"/>
        <pc:sldMkLst>
          <pc:docMk/>
          <pc:sldMk cId="1887600283" sldId="456"/>
        </pc:sldMkLst>
      </pc:sldChg>
      <pc:sldChg chg="modSp add replId">
        <pc:chgData name="Suraj Chopade" userId="S::suraj.chopade@bostoninstituteofanalytics.org::dcc44ee8-6a65-4538-a5e1-c87e14ca7a61" providerId="AD" clId="Web-{A8A5AB48-3311-B43A-3631-9F462C1E44C8}" dt="2023-10-06T11:36:22.005" v="1131" actId="14100"/>
        <pc:sldMkLst>
          <pc:docMk/>
          <pc:sldMk cId="712815863" sldId="457"/>
        </pc:sldMkLst>
      </pc:sldChg>
      <pc:sldChg chg="addSp delSp modSp add replId">
        <pc:chgData name="Suraj Chopade" userId="S::suraj.chopade@bostoninstituteofanalytics.org::dcc44ee8-6a65-4538-a5e1-c87e14ca7a61" providerId="AD" clId="Web-{A8A5AB48-3311-B43A-3631-9F462C1E44C8}" dt="2023-10-06T11:41:53.174" v="1139" actId="20577"/>
        <pc:sldMkLst>
          <pc:docMk/>
          <pc:sldMk cId="1830708" sldId="458"/>
        </pc:sldMkLst>
      </pc:sldChg>
      <pc:sldChg chg="add del replId">
        <pc:chgData name="Suraj Chopade" userId="S::suraj.chopade@bostoninstituteofanalytics.org::dcc44ee8-6a65-4538-a5e1-c87e14ca7a61" providerId="AD" clId="Web-{A8A5AB48-3311-B43A-3631-9F462C1E44C8}" dt="2023-10-06T11:42:15.363" v="1141"/>
        <pc:sldMkLst>
          <pc:docMk/>
          <pc:sldMk cId="3562238873" sldId="459"/>
        </pc:sldMkLst>
      </pc:sldChg>
      <pc:sldChg chg="addSp modSp add replId">
        <pc:chgData name="Suraj Chopade" userId="S::suraj.chopade@bostoninstituteofanalytics.org::dcc44ee8-6a65-4538-a5e1-c87e14ca7a61" providerId="AD" clId="Web-{A8A5AB48-3311-B43A-3631-9F462C1E44C8}" dt="2023-10-06T12:11:07.479" v="1313" actId="20577"/>
        <pc:sldMkLst>
          <pc:docMk/>
          <pc:sldMk cId="2059826743" sldId="460"/>
        </pc:sldMkLst>
      </pc:sldChg>
      <pc:sldChg chg="addSp delSp modSp add ord replId">
        <pc:chgData name="Suraj Chopade" userId="S::suraj.chopade@bostoninstituteofanalytics.org::dcc44ee8-6a65-4538-a5e1-c87e14ca7a61" providerId="AD" clId="Web-{A8A5AB48-3311-B43A-3631-9F462C1E44C8}" dt="2023-10-06T12:21:02.582" v="1435"/>
        <pc:sldMkLst>
          <pc:docMk/>
          <pc:sldMk cId="702833047" sldId="461"/>
        </pc:sldMkLst>
      </pc:sldChg>
      <pc:sldChg chg="delSp modSp add replId">
        <pc:chgData name="Suraj Chopade" userId="S::suraj.chopade@bostoninstituteofanalytics.org::dcc44ee8-6a65-4538-a5e1-c87e14ca7a61" providerId="AD" clId="Web-{A8A5AB48-3311-B43A-3631-9F462C1E44C8}" dt="2023-10-06T12:16:37.227" v="1364" actId="20577"/>
        <pc:sldMkLst>
          <pc:docMk/>
          <pc:sldMk cId="4117235266" sldId="462"/>
        </pc:sldMkLst>
      </pc:sldChg>
      <pc:sldChg chg="delSp modSp add replId">
        <pc:chgData name="Suraj Chopade" userId="S::suraj.chopade@bostoninstituteofanalytics.org::dcc44ee8-6a65-4538-a5e1-c87e14ca7a61" providerId="AD" clId="Web-{A8A5AB48-3311-B43A-3631-9F462C1E44C8}" dt="2023-10-06T12:24:03.699" v="1462" actId="1076"/>
        <pc:sldMkLst>
          <pc:docMk/>
          <pc:sldMk cId="3850761227" sldId="463"/>
        </pc:sldMkLst>
      </pc:sldChg>
      <pc:sldChg chg="addSp delSp modSp add replId">
        <pc:chgData name="Suraj Chopade" userId="S::suraj.chopade@bostoninstituteofanalytics.org::dcc44ee8-6a65-4538-a5e1-c87e14ca7a61" providerId="AD" clId="Web-{A8A5AB48-3311-B43A-3631-9F462C1E44C8}" dt="2023-10-06T12:28:37.616" v="1494" actId="14100"/>
        <pc:sldMkLst>
          <pc:docMk/>
          <pc:sldMk cId="835093248" sldId="464"/>
        </pc:sldMkLst>
      </pc:sldChg>
      <pc:sldChg chg="addSp delSp modSp add replId">
        <pc:chgData name="Suraj Chopade" userId="S::suraj.chopade@bostoninstituteofanalytics.org::dcc44ee8-6a65-4538-a5e1-c87e14ca7a61" providerId="AD" clId="Web-{A8A5AB48-3311-B43A-3631-9F462C1E44C8}" dt="2023-10-06T12:33:22.909" v="1584" actId="20577"/>
        <pc:sldMkLst>
          <pc:docMk/>
          <pc:sldMk cId="1494545723" sldId="465"/>
        </pc:sldMkLst>
      </pc:sldChg>
      <pc:sldChg chg="add del replId">
        <pc:chgData name="Suraj Chopade" userId="S::suraj.chopade@bostoninstituteofanalytics.org::dcc44ee8-6a65-4538-a5e1-c87e14ca7a61" providerId="AD" clId="Web-{A8A5AB48-3311-B43A-3631-9F462C1E44C8}" dt="2023-10-06T12:25:41.406" v="1467"/>
        <pc:sldMkLst>
          <pc:docMk/>
          <pc:sldMk cId="2164602217" sldId="465"/>
        </pc:sldMkLst>
      </pc:sldChg>
      <pc:sldChg chg="modSp add replId">
        <pc:chgData name="Suraj Chopade" userId="S::suraj.chopade@bostoninstituteofanalytics.org::dcc44ee8-6a65-4538-a5e1-c87e14ca7a61" providerId="AD" clId="Web-{A8A5AB48-3311-B43A-3631-9F462C1E44C8}" dt="2023-10-06T12:36:15.322" v="1613" actId="1076"/>
        <pc:sldMkLst>
          <pc:docMk/>
          <pc:sldMk cId="2989528000" sldId="466"/>
        </pc:sldMkLst>
      </pc:sldChg>
      <pc:sldChg chg="modSp add replId">
        <pc:chgData name="Suraj Chopade" userId="S::suraj.chopade@bostoninstituteofanalytics.org::dcc44ee8-6a65-4538-a5e1-c87e14ca7a61" providerId="AD" clId="Web-{A8A5AB48-3311-B43A-3631-9F462C1E44C8}" dt="2023-10-06T12:46:29.800" v="1700" actId="20577"/>
        <pc:sldMkLst>
          <pc:docMk/>
          <pc:sldMk cId="2616984097" sldId="467"/>
        </pc:sldMkLst>
      </pc:sldChg>
      <pc:sldChg chg="addSp delSp modSp add ord replId modNotes">
        <pc:chgData name="Suraj Chopade" userId="S::suraj.chopade@bostoninstituteofanalytics.org::dcc44ee8-6a65-4538-a5e1-c87e14ca7a61" providerId="AD" clId="Web-{A8A5AB48-3311-B43A-3631-9F462C1E44C8}" dt="2023-10-06T12:58:32.251" v="1864"/>
        <pc:sldMkLst>
          <pc:docMk/>
          <pc:sldMk cId="216333241" sldId="468"/>
        </pc:sldMkLst>
      </pc:sldChg>
      <pc:sldChg chg="modSp add del replId">
        <pc:chgData name="Suraj Chopade" userId="S::suraj.chopade@bostoninstituteofanalytics.org::dcc44ee8-6a65-4538-a5e1-c87e14ca7a61" providerId="AD" clId="Web-{A8A5AB48-3311-B43A-3631-9F462C1E44C8}" dt="2023-10-06T12:54:40.398" v="1794" actId="20577"/>
        <pc:sldMkLst>
          <pc:docMk/>
          <pc:sldMk cId="1610639289" sldId="469"/>
        </pc:sldMkLst>
      </pc:sldChg>
      <pc:sldChg chg="modSp add replId">
        <pc:chgData name="Suraj Chopade" userId="S::suraj.chopade@bostoninstituteofanalytics.org::dcc44ee8-6a65-4538-a5e1-c87e14ca7a61" providerId="AD" clId="Web-{A8A5AB48-3311-B43A-3631-9F462C1E44C8}" dt="2023-10-06T12:56:21.246" v="1826" actId="20577"/>
        <pc:sldMkLst>
          <pc:docMk/>
          <pc:sldMk cId="1739691860" sldId="470"/>
        </pc:sldMkLst>
      </pc:sldChg>
      <pc:sldChg chg="modSp add replId">
        <pc:chgData name="Suraj Chopade" userId="S::suraj.chopade@bostoninstituteofanalytics.org::dcc44ee8-6a65-4538-a5e1-c87e14ca7a61" providerId="AD" clId="Web-{A8A5AB48-3311-B43A-3631-9F462C1E44C8}" dt="2023-10-06T12:57:55.468" v="1863" actId="20577"/>
        <pc:sldMkLst>
          <pc:docMk/>
          <pc:sldMk cId="3125042556" sldId="471"/>
        </pc:sldMkLst>
      </pc:sldChg>
      <pc:sldChg chg="modSp add replId">
        <pc:chgData name="Suraj Chopade" userId="S::suraj.chopade@bostoninstituteofanalytics.org::dcc44ee8-6a65-4538-a5e1-c87e14ca7a61" providerId="AD" clId="Web-{A8A5AB48-3311-B43A-3631-9F462C1E44C8}" dt="2023-10-06T13:04:29.906" v="1885" actId="1076"/>
        <pc:sldMkLst>
          <pc:docMk/>
          <pc:sldMk cId="153477659" sldId="472"/>
        </pc:sldMkLst>
      </pc:sldChg>
      <pc:sldChg chg="modSp add replId">
        <pc:chgData name="Suraj Chopade" userId="S::suraj.chopade@bostoninstituteofanalytics.org::dcc44ee8-6a65-4538-a5e1-c87e14ca7a61" providerId="AD" clId="Web-{A8A5AB48-3311-B43A-3631-9F462C1E44C8}" dt="2023-10-06T13:09:47.044" v="1945" actId="20577"/>
        <pc:sldMkLst>
          <pc:docMk/>
          <pc:sldMk cId="3663966234" sldId="473"/>
        </pc:sldMkLst>
      </pc:sldChg>
      <pc:sldChg chg="modSp add replId">
        <pc:chgData name="Suraj Chopade" userId="S::suraj.chopade@bostoninstituteofanalytics.org::dcc44ee8-6a65-4538-a5e1-c87e14ca7a61" providerId="AD" clId="Web-{A8A5AB48-3311-B43A-3631-9F462C1E44C8}" dt="2023-10-06T13:12:29.238" v="2008" actId="1076"/>
        <pc:sldMkLst>
          <pc:docMk/>
          <pc:sldMk cId="2092177511" sldId="474"/>
        </pc:sldMkLst>
      </pc:sldChg>
      <pc:sldChg chg="modSp add replId">
        <pc:chgData name="Suraj Chopade" userId="S::suraj.chopade@bostoninstituteofanalytics.org::dcc44ee8-6a65-4538-a5e1-c87e14ca7a61" providerId="AD" clId="Web-{A8A5AB48-3311-B43A-3631-9F462C1E44C8}" dt="2023-10-06T13:13:07.536" v="2022" actId="20577"/>
        <pc:sldMkLst>
          <pc:docMk/>
          <pc:sldMk cId="3546852592" sldId="475"/>
        </pc:sldMkLst>
      </pc:sldChg>
      <pc:sldChg chg="modSp add replId">
        <pc:chgData name="Suraj Chopade" userId="S::suraj.chopade@bostoninstituteofanalytics.org::dcc44ee8-6a65-4538-a5e1-c87e14ca7a61" providerId="AD" clId="Web-{A8A5AB48-3311-B43A-3631-9F462C1E44C8}" dt="2023-10-06T13:15:59.402" v="2089" actId="1076"/>
        <pc:sldMkLst>
          <pc:docMk/>
          <pc:sldMk cId="424723153" sldId="476"/>
        </pc:sldMkLst>
      </pc:sldChg>
      <pc:sldChg chg="modSp add replId">
        <pc:chgData name="Suraj Chopade" userId="S::suraj.chopade@bostoninstituteofanalytics.org::dcc44ee8-6a65-4538-a5e1-c87e14ca7a61" providerId="AD" clId="Web-{A8A5AB48-3311-B43A-3631-9F462C1E44C8}" dt="2023-10-06T13:17:09.358" v="2111" actId="20577"/>
        <pc:sldMkLst>
          <pc:docMk/>
          <pc:sldMk cId="1108611396" sldId="477"/>
        </pc:sldMkLst>
      </pc:sldChg>
      <pc:sldChg chg="add del replId">
        <pc:chgData name="Suraj Chopade" userId="S::suraj.chopade@bostoninstituteofanalytics.org::dcc44ee8-6a65-4538-a5e1-c87e14ca7a61" providerId="AD" clId="Web-{A8A5AB48-3311-B43A-3631-9F462C1E44C8}" dt="2023-10-06T13:13:23.349" v="2027"/>
        <pc:sldMkLst>
          <pc:docMk/>
          <pc:sldMk cId="3436897958" sldId="477"/>
        </pc:sldMkLst>
      </pc:sldChg>
      <pc:sldChg chg="modSp add replId">
        <pc:chgData name="Suraj Chopade" userId="S::suraj.chopade@bostoninstituteofanalytics.org::dcc44ee8-6a65-4538-a5e1-c87e14ca7a61" providerId="AD" clId="Web-{A8A5AB48-3311-B43A-3631-9F462C1E44C8}" dt="2023-10-06T13:39:04.474" v="2261" actId="14100"/>
        <pc:sldMkLst>
          <pc:docMk/>
          <pc:sldMk cId="4263391213" sldId="478"/>
        </pc:sldMkLst>
      </pc:sldChg>
      <pc:sldChg chg="modSp add replId">
        <pc:chgData name="Suraj Chopade" userId="S::suraj.chopade@bostoninstituteofanalytics.org::dcc44ee8-6a65-4538-a5e1-c87e14ca7a61" providerId="AD" clId="Web-{A8A5AB48-3311-B43A-3631-9F462C1E44C8}" dt="2023-10-06T13:39:54.319" v="2266" actId="14100"/>
        <pc:sldMkLst>
          <pc:docMk/>
          <pc:sldMk cId="714322308" sldId="479"/>
        </pc:sldMkLst>
      </pc:sldChg>
      <pc:sldChg chg="modSp add replId">
        <pc:chgData name="Suraj Chopade" userId="S::suraj.chopade@bostoninstituteofanalytics.org::dcc44ee8-6a65-4538-a5e1-c87e14ca7a61" providerId="AD" clId="Web-{A8A5AB48-3311-B43A-3631-9F462C1E44C8}" dt="2023-10-06T13:39:19.209" v="2262" actId="14100"/>
        <pc:sldMkLst>
          <pc:docMk/>
          <pc:sldMk cId="610523756" sldId="480"/>
        </pc:sldMkLst>
      </pc:sldChg>
      <pc:sldChg chg="modSp add ord replId">
        <pc:chgData name="Suraj Chopade" userId="S::suraj.chopade@bostoninstituteofanalytics.org::dcc44ee8-6a65-4538-a5e1-c87e14ca7a61" providerId="AD" clId="Web-{A8A5AB48-3311-B43A-3631-9F462C1E44C8}" dt="2023-10-06T13:39:24.037" v="2263" actId="14100"/>
        <pc:sldMkLst>
          <pc:docMk/>
          <pc:sldMk cId="1606824909" sldId="481"/>
        </pc:sldMkLst>
      </pc:sldChg>
      <pc:sldChg chg="modSp add replId">
        <pc:chgData name="Suraj Chopade" userId="S::suraj.chopade@bostoninstituteofanalytics.org::dcc44ee8-6a65-4538-a5e1-c87e14ca7a61" providerId="AD" clId="Web-{A8A5AB48-3311-B43A-3631-9F462C1E44C8}" dt="2023-10-06T13:39:28.459" v="2264" actId="14100"/>
        <pc:sldMkLst>
          <pc:docMk/>
          <pc:sldMk cId="3717048252" sldId="482"/>
        </pc:sldMkLst>
      </pc:sldChg>
      <pc:sldChg chg="modSp add replId">
        <pc:chgData name="Suraj Chopade" userId="S::suraj.chopade@bostoninstituteofanalytics.org::dcc44ee8-6a65-4538-a5e1-c87e14ca7a61" providerId="AD" clId="Web-{A8A5AB48-3311-B43A-3631-9F462C1E44C8}" dt="2023-10-06T13:39:32.772" v="2265" actId="14100"/>
        <pc:sldMkLst>
          <pc:docMk/>
          <pc:sldMk cId="2884690960" sldId="483"/>
        </pc:sldMkLst>
      </pc:sldChg>
    </pc:docChg>
  </pc:docChgLst>
  <pc:docChgLst>
    <pc:chgData name="Suraj Chopade" userId="S::suraj.chopade@bostoninstituteofanalytics.org::dcc44ee8-6a65-4538-a5e1-c87e14ca7a61" providerId="AD" clId="Web-{053F1D2B-53AA-6ADE-167B-F3376F0E876B}"/>
    <pc:docChg chg="addSld delSld modSld">
      <pc:chgData name="Suraj Chopade" userId="S::suraj.chopade@bostoninstituteofanalytics.org::dcc44ee8-6a65-4538-a5e1-c87e14ca7a61" providerId="AD" clId="Web-{053F1D2B-53AA-6ADE-167B-F3376F0E876B}" dt="2023-10-05T13:51:56.032" v="1691" actId="14100"/>
      <pc:docMkLst>
        <pc:docMk/>
      </pc:docMkLst>
      <pc:sldChg chg="modSp">
        <pc:chgData name="Suraj Chopade" userId="S::suraj.chopade@bostoninstituteofanalytics.org::dcc44ee8-6a65-4538-a5e1-c87e14ca7a61" providerId="AD" clId="Web-{053F1D2B-53AA-6ADE-167B-F3376F0E876B}" dt="2023-10-05T13:50:43.248" v="1673" actId="20577"/>
        <pc:sldMkLst>
          <pc:docMk/>
          <pc:sldMk cId="2503897231" sldId="283"/>
        </pc:sldMkLst>
      </pc:sldChg>
      <pc:sldChg chg="modSp">
        <pc:chgData name="Suraj Chopade" userId="S::suraj.chopade@bostoninstituteofanalytics.org::dcc44ee8-6a65-4538-a5e1-c87e14ca7a61" providerId="AD" clId="Web-{053F1D2B-53AA-6ADE-167B-F3376F0E876B}" dt="2023-10-05T12:05:35.941" v="31" actId="1076"/>
        <pc:sldMkLst>
          <pc:docMk/>
          <pc:sldMk cId="4235558439" sldId="287"/>
        </pc:sldMkLst>
      </pc:sldChg>
      <pc:sldChg chg="addSp modSp">
        <pc:chgData name="Suraj Chopade" userId="S::suraj.chopade@bostoninstituteofanalytics.org::dcc44ee8-6a65-4538-a5e1-c87e14ca7a61" providerId="AD" clId="Web-{053F1D2B-53AA-6ADE-167B-F3376F0E876B}" dt="2023-10-05T12:13:52.177" v="103" actId="1076"/>
        <pc:sldMkLst>
          <pc:docMk/>
          <pc:sldMk cId="1726830" sldId="314"/>
        </pc:sldMkLst>
      </pc:sldChg>
      <pc:sldChg chg="modSp">
        <pc:chgData name="Suraj Chopade" userId="S::suraj.chopade@bostoninstituteofanalytics.org::dcc44ee8-6a65-4538-a5e1-c87e14ca7a61" providerId="AD" clId="Web-{053F1D2B-53AA-6ADE-167B-F3376F0E876B}" dt="2023-10-05T12:16:24.152" v="156" actId="20577"/>
        <pc:sldMkLst>
          <pc:docMk/>
          <pc:sldMk cId="3709622772" sldId="342"/>
        </pc:sldMkLst>
      </pc:sldChg>
      <pc:sldChg chg="del">
        <pc:chgData name="Suraj Chopade" userId="S::suraj.chopade@bostoninstituteofanalytics.org::dcc44ee8-6a65-4538-a5e1-c87e14ca7a61" providerId="AD" clId="Web-{053F1D2B-53AA-6ADE-167B-F3376F0E876B}" dt="2023-10-05T13:11:50.819" v="1018"/>
        <pc:sldMkLst>
          <pc:docMk/>
          <pc:sldMk cId="998055449" sldId="343"/>
        </pc:sldMkLst>
      </pc:sldChg>
      <pc:sldChg chg="del">
        <pc:chgData name="Suraj Chopade" userId="S::suraj.chopade@bostoninstituteofanalytics.org::dcc44ee8-6a65-4538-a5e1-c87e14ca7a61" providerId="AD" clId="Web-{053F1D2B-53AA-6ADE-167B-F3376F0E876B}" dt="2023-10-05T12:02:54.341" v="1"/>
        <pc:sldMkLst>
          <pc:docMk/>
          <pc:sldMk cId="3428756411" sldId="366"/>
        </pc:sldMkLst>
      </pc:sldChg>
      <pc:sldChg chg="del">
        <pc:chgData name="Suraj Chopade" userId="S::suraj.chopade@bostoninstituteofanalytics.org::dcc44ee8-6a65-4538-a5e1-c87e14ca7a61" providerId="AD" clId="Web-{053F1D2B-53AA-6ADE-167B-F3376F0E876B}" dt="2023-10-05T12:02:53.028" v="0"/>
        <pc:sldMkLst>
          <pc:docMk/>
          <pc:sldMk cId="4006553666" sldId="367"/>
        </pc:sldMkLst>
      </pc:sldChg>
      <pc:sldChg chg="modSp">
        <pc:chgData name="Suraj Chopade" userId="S::suraj.chopade@bostoninstituteofanalytics.org::dcc44ee8-6a65-4538-a5e1-c87e14ca7a61" providerId="AD" clId="Web-{053F1D2B-53AA-6ADE-167B-F3376F0E876B}" dt="2023-10-05T12:23:57.293" v="217" actId="1076"/>
        <pc:sldMkLst>
          <pc:docMk/>
          <pc:sldMk cId="689801169" sldId="368"/>
        </pc:sldMkLst>
      </pc:sldChg>
      <pc:sldChg chg="modSp">
        <pc:chgData name="Suraj Chopade" userId="S::suraj.chopade@bostoninstituteofanalytics.org::dcc44ee8-6a65-4538-a5e1-c87e14ca7a61" providerId="AD" clId="Web-{053F1D2B-53AA-6ADE-167B-F3376F0E876B}" dt="2023-10-05T12:31:34.091" v="320" actId="20577"/>
        <pc:sldMkLst>
          <pc:docMk/>
          <pc:sldMk cId="3124109817" sldId="369"/>
        </pc:sldMkLst>
      </pc:sldChg>
      <pc:sldChg chg="del">
        <pc:chgData name="Suraj Chopade" userId="S::suraj.chopade@bostoninstituteofanalytics.org::dcc44ee8-6a65-4538-a5e1-c87e14ca7a61" providerId="AD" clId="Web-{053F1D2B-53AA-6ADE-167B-F3376F0E876B}" dt="2023-10-05T13:11:50.819" v="1023"/>
        <pc:sldMkLst>
          <pc:docMk/>
          <pc:sldMk cId="4260842086" sldId="370"/>
        </pc:sldMkLst>
      </pc:sldChg>
      <pc:sldChg chg="del">
        <pc:chgData name="Suraj Chopade" userId="S::suraj.chopade@bostoninstituteofanalytics.org::dcc44ee8-6a65-4538-a5e1-c87e14ca7a61" providerId="AD" clId="Web-{053F1D2B-53AA-6ADE-167B-F3376F0E876B}" dt="2023-10-05T13:11:50.819" v="1022"/>
        <pc:sldMkLst>
          <pc:docMk/>
          <pc:sldMk cId="1367509122" sldId="371"/>
        </pc:sldMkLst>
      </pc:sldChg>
      <pc:sldChg chg="del">
        <pc:chgData name="Suraj Chopade" userId="S::suraj.chopade@bostoninstituteofanalytics.org::dcc44ee8-6a65-4538-a5e1-c87e14ca7a61" providerId="AD" clId="Web-{053F1D2B-53AA-6ADE-167B-F3376F0E876B}" dt="2023-10-05T13:11:50.819" v="1021"/>
        <pc:sldMkLst>
          <pc:docMk/>
          <pc:sldMk cId="1839542696" sldId="372"/>
        </pc:sldMkLst>
      </pc:sldChg>
      <pc:sldChg chg="del">
        <pc:chgData name="Suraj Chopade" userId="S::suraj.chopade@bostoninstituteofanalytics.org::dcc44ee8-6a65-4538-a5e1-c87e14ca7a61" providerId="AD" clId="Web-{053F1D2B-53AA-6ADE-167B-F3376F0E876B}" dt="2023-10-05T13:11:50.819" v="1020"/>
        <pc:sldMkLst>
          <pc:docMk/>
          <pc:sldMk cId="3813123597" sldId="373"/>
        </pc:sldMkLst>
      </pc:sldChg>
      <pc:sldChg chg="del">
        <pc:chgData name="Suraj Chopade" userId="S::suraj.chopade@bostoninstituteofanalytics.org::dcc44ee8-6a65-4538-a5e1-c87e14ca7a61" providerId="AD" clId="Web-{053F1D2B-53AA-6ADE-167B-F3376F0E876B}" dt="2023-10-05T13:11:50.819" v="1019"/>
        <pc:sldMkLst>
          <pc:docMk/>
          <pc:sldMk cId="1224501499" sldId="374"/>
        </pc:sldMkLst>
      </pc:sldChg>
      <pc:sldChg chg="del">
        <pc:chgData name="Suraj Chopade" userId="S::suraj.chopade@bostoninstituteofanalytics.org::dcc44ee8-6a65-4538-a5e1-c87e14ca7a61" providerId="AD" clId="Web-{053F1D2B-53AA-6ADE-167B-F3376F0E876B}" dt="2023-10-05T13:11:50.819" v="1017"/>
        <pc:sldMkLst>
          <pc:docMk/>
          <pc:sldMk cId="4224219877" sldId="375"/>
        </pc:sldMkLst>
      </pc:sldChg>
      <pc:sldChg chg="del">
        <pc:chgData name="Suraj Chopade" userId="S::suraj.chopade@bostoninstituteofanalytics.org::dcc44ee8-6a65-4538-a5e1-c87e14ca7a61" providerId="AD" clId="Web-{053F1D2B-53AA-6ADE-167B-F3376F0E876B}" dt="2023-10-05T13:11:50.819" v="1016"/>
        <pc:sldMkLst>
          <pc:docMk/>
          <pc:sldMk cId="940285765" sldId="376"/>
        </pc:sldMkLst>
      </pc:sldChg>
      <pc:sldChg chg="del">
        <pc:chgData name="Suraj Chopade" userId="S::suraj.chopade@bostoninstituteofanalytics.org::dcc44ee8-6a65-4538-a5e1-c87e14ca7a61" providerId="AD" clId="Web-{053F1D2B-53AA-6ADE-167B-F3376F0E876B}" dt="2023-10-05T13:11:50.819" v="1015"/>
        <pc:sldMkLst>
          <pc:docMk/>
          <pc:sldMk cId="1101274761" sldId="377"/>
        </pc:sldMkLst>
      </pc:sldChg>
      <pc:sldChg chg="del">
        <pc:chgData name="Suraj Chopade" userId="S::suraj.chopade@bostoninstituteofanalytics.org::dcc44ee8-6a65-4538-a5e1-c87e14ca7a61" providerId="AD" clId="Web-{053F1D2B-53AA-6ADE-167B-F3376F0E876B}" dt="2023-10-05T13:11:50.819" v="1014"/>
        <pc:sldMkLst>
          <pc:docMk/>
          <pc:sldMk cId="1574334419" sldId="378"/>
        </pc:sldMkLst>
      </pc:sldChg>
      <pc:sldChg chg="del">
        <pc:chgData name="Suraj Chopade" userId="S::suraj.chopade@bostoninstituteofanalytics.org::dcc44ee8-6a65-4538-a5e1-c87e14ca7a61" providerId="AD" clId="Web-{053F1D2B-53AA-6ADE-167B-F3376F0E876B}" dt="2023-10-05T13:11:50.819" v="1013"/>
        <pc:sldMkLst>
          <pc:docMk/>
          <pc:sldMk cId="2074956151" sldId="379"/>
        </pc:sldMkLst>
      </pc:sldChg>
      <pc:sldChg chg="del">
        <pc:chgData name="Suraj Chopade" userId="S::suraj.chopade@bostoninstituteofanalytics.org::dcc44ee8-6a65-4538-a5e1-c87e14ca7a61" providerId="AD" clId="Web-{053F1D2B-53AA-6ADE-167B-F3376F0E876B}" dt="2023-10-05T13:11:50.804" v="1012"/>
        <pc:sldMkLst>
          <pc:docMk/>
          <pc:sldMk cId="2077649857" sldId="380"/>
        </pc:sldMkLst>
      </pc:sldChg>
      <pc:sldChg chg="del">
        <pc:chgData name="Suraj Chopade" userId="S::suraj.chopade@bostoninstituteofanalytics.org::dcc44ee8-6a65-4538-a5e1-c87e14ca7a61" providerId="AD" clId="Web-{053F1D2B-53AA-6ADE-167B-F3376F0E876B}" dt="2023-10-05T13:11:50.819" v="1024"/>
        <pc:sldMkLst>
          <pc:docMk/>
          <pc:sldMk cId="3225030936" sldId="381"/>
        </pc:sldMkLst>
      </pc:sldChg>
      <pc:sldChg chg="modSp add replId">
        <pc:chgData name="Suraj Chopade" userId="S::suraj.chopade@bostoninstituteofanalytics.org::dcc44ee8-6a65-4538-a5e1-c87e14ca7a61" providerId="AD" clId="Web-{053F1D2B-53AA-6ADE-167B-F3376F0E876B}" dt="2023-10-05T12:25:09.936" v="250" actId="1076"/>
        <pc:sldMkLst>
          <pc:docMk/>
          <pc:sldMk cId="1103663131" sldId="382"/>
        </pc:sldMkLst>
      </pc:sldChg>
      <pc:sldChg chg="modSp add replId">
        <pc:chgData name="Suraj Chopade" userId="S::suraj.chopade@bostoninstituteofanalytics.org::dcc44ee8-6a65-4538-a5e1-c87e14ca7a61" providerId="AD" clId="Web-{053F1D2B-53AA-6ADE-167B-F3376F0E876B}" dt="2023-10-05T12:26:42.236" v="275" actId="20577"/>
        <pc:sldMkLst>
          <pc:docMk/>
          <pc:sldMk cId="2799059165" sldId="383"/>
        </pc:sldMkLst>
      </pc:sldChg>
      <pc:sldChg chg="modSp add replId">
        <pc:chgData name="Suraj Chopade" userId="S::suraj.chopade@bostoninstituteofanalytics.org::dcc44ee8-6a65-4538-a5e1-c87e14ca7a61" providerId="AD" clId="Web-{053F1D2B-53AA-6ADE-167B-F3376F0E876B}" dt="2023-10-05T12:27:25.941" v="289" actId="1076"/>
        <pc:sldMkLst>
          <pc:docMk/>
          <pc:sldMk cId="165832031" sldId="384"/>
        </pc:sldMkLst>
      </pc:sldChg>
      <pc:sldChg chg="addSp delSp modSp add replId">
        <pc:chgData name="Suraj Chopade" userId="S::suraj.chopade@bostoninstituteofanalytics.org::dcc44ee8-6a65-4538-a5e1-c87e14ca7a61" providerId="AD" clId="Web-{053F1D2B-53AA-6ADE-167B-F3376F0E876B}" dt="2023-10-05T12:36:57.666" v="423"/>
        <pc:sldMkLst>
          <pc:docMk/>
          <pc:sldMk cId="222107579" sldId="385"/>
        </pc:sldMkLst>
      </pc:sldChg>
      <pc:sldChg chg="delSp modSp add replId">
        <pc:chgData name="Suraj Chopade" userId="S::suraj.chopade@bostoninstituteofanalytics.org::dcc44ee8-6a65-4538-a5e1-c87e14ca7a61" providerId="AD" clId="Web-{053F1D2B-53AA-6ADE-167B-F3376F0E876B}" dt="2023-10-05T12:40:08.797" v="480"/>
        <pc:sldMkLst>
          <pc:docMk/>
          <pc:sldMk cId="2952883151" sldId="386"/>
        </pc:sldMkLst>
      </pc:sldChg>
      <pc:sldChg chg="modSp add replId">
        <pc:chgData name="Suraj Chopade" userId="S::suraj.chopade@bostoninstituteofanalytics.org::dcc44ee8-6a65-4538-a5e1-c87e14ca7a61" providerId="AD" clId="Web-{053F1D2B-53AA-6ADE-167B-F3376F0E876B}" dt="2023-10-05T12:41:54.973" v="530" actId="20577"/>
        <pc:sldMkLst>
          <pc:docMk/>
          <pc:sldMk cId="2701252450" sldId="387"/>
        </pc:sldMkLst>
      </pc:sldChg>
      <pc:sldChg chg="delSp modSp add replId">
        <pc:chgData name="Suraj Chopade" userId="S::suraj.chopade@bostoninstituteofanalytics.org::dcc44ee8-6a65-4538-a5e1-c87e14ca7a61" providerId="AD" clId="Web-{053F1D2B-53AA-6ADE-167B-F3376F0E876B}" dt="2023-10-05T12:44:56.698" v="598" actId="1076"/>
        <pc:sldMkLst>
          <pc:docMk/>
          <pc:sldMk cId="3405936032" sldId="388"/>
        </pc:sldMkLst>
      </pc:sldChg>
      <pc:sldChg chg="modSp add replId">
        <pc:chgData name="Suraj Chopade" userId="S::suraj.chopade@bostoninstituteofanalytics.org::dcc44ee8-6a65-4538-a5e1-c87e14ca7a61" providerId="AD" clId="Web-{053F1D2B-53AA-6ADE-167B-F3376F0E876B}" dt="2023-10-05T12:46:38.046" v="638" actId="20577"/>
        <pc:sldMkLst>
          <pc:docMk/>
          <pc:sldMk cId="747390422" sldId="389"/>
        </pc:sldMkLst>
      </pc:sldChg>
      <pc:sldChg chg="modSp add replId">
        <pc:chgData name="Suraj Chopade" userId="S::suraj.chopade@bostoninstituteofanalytics.org::dcc44ee8-6a65-4538-a5e1-c87e14ca7a61" providerId="AD" clId="Web-{053F1D2B-53AA-6ADE-167B-F3376F0E876B}" dt="2023-10-05T12:47:59.330" v="676" actId="20577"/>
        <pc:sldMkLst>
          <pc:docMk/>
          <pc:sldMk cId="173516813" sldId="390"/>
        </pc:sldMkLst>
      </pc:sldChg>
      <pc:sldChg chg="modSp add replId">
        <pc:chgData name="Suraj Chopade" userId="S::suraj.chopade@bostoninstituteofanalytics.org::dcc44ee8-6a65-4538-a5e1-c87e14ca7a61" providerId="AD" clId="Web-{053F1D2B-53AA-6ADE-167B-F3376F0E876B}" dt="2023-10-05T12:49:19.317" v="717" actId="20577"/>
        <pc:sldMkLst>
          <pc:docMk/>
          <pc:sldMk cId="4231229480" sldId="391"/>
        </pc:sldMkLst>
      </pc:sldChg>
      <pc:sldChg chg="addSp delSp modSp add replId">
        <pc:chgData name="Suraj Chopade" userId="S::suraj.chopade@bostoninstituteofanalytics.org::dcc44ee8-6a65-4538-a5e1-c87e14ca7a61" providerId="AD" clId="Web-{053F1D2B-53AA-6ADE-167B-F3376F0E876B}" dt="2023-10-05T12:55:36.268" v="857" actId="20577"/>
        <pc:sldMkLst>
          <pc:docMk/>
          <pc:sldMk cId="3596187884" sldId="392"/>
        </pc:sldMkLst>
      </pc:sldChg>
      <pc:sldChg chg="addSp delSp modSp add replId">
        <pc:chgData name="Suraj Chopade" userId="S::suraj.chopade@bostoninstituteofanalytics.org::dcc44ee8-6a65-4538-a5e1-c87e14ca7a61" providerId="AD" clId="Web-{053F1D2B-53AA-6ADE-167B-F3376F0E876B}" dt="2023-10-05T13:01:59.345" v="1010" actId="14100"/>
        <pc:sldMkLst>
          <pc:docMk/>
          <pc:sldMk cId="898489146" sldId="393"/>
        </pc:sldMkLst>
      </pc:sldChg>
      <pc:sldChg chg="modSp add replId">
        <pc:chgData name="Suraj Chopade" userId="S::suraj.chopade@bostoninstituteofanalytics.org::dcc44ee8-6a65-4538-a5e1-c87e14ca7a61" providerId="AD" clId="Web-{053F1D2B-53AA-6ADE-167B-F3376F0E876B}" dt="2023-10-05T13:17:02.737" v="1126" actId="1076"/>
        <pc:sldMkLst>
          <pc:docMk/>
          <pc:sldMk cId="86814376" sldId="394"/>
        </pc:sldMkLst>
      </pc:sldChg>
      <pc:sldChg chg="modSp add replId">
        <pc:chgData name="Suraj Chopade" userId="S::suraj.chopade@bostoninstituteofanalytics.org::dcc44ee8-6a65-4538-a5e1-c87e14ca7a61" providerId="AD" clId="Web-{053F1D2B-53AA-6ADE-167B-F3376F0E876B}" dt="2023-10-05T13:23:21.313" v="1234" actId="20577"/>
        <pc:sldMkLst>
          <pc:docMk/>
          <pc:sldMk cId="2925930174" sldId="395"/>
        </pc:sldMkLst>
      </pc:sldChg>
      <pc:sldChg chg="delSp modSp add replId">
        <pc:chgData name="Suraj Chopade" userId="S::suraj.chopade@bostoninstituteofanalytics.org::dcc44ee8-6a65-4538-a5e1-c87e14ca7a61" providerId="AD" clId="Web-{053F1D2B-53AA-6ADE-167B-F3376F0E876B}" dt="2023-10-05T13:51:56.032" v="1691" actId="14100"/>
        <pc:sldMkLst>
          <pc:docMk/>
          <pc:sldMk cId="2059959513" sldId="396"/>
        </pc:sldMkLst>
      </pc:sldChg>
      <pc:sldChg chg="modSp add replId">
        <pc:chgData name="Suraj Chopade" userId="S::suraj.chopade@bostoninstituteofanalytics.org::dcc44ee8-6a65-4538-a5e1-c87e14ca7a61" providerId="AD" clId="Web-{053F1D2B-53AA-6ADE-167B-F3376F0E876B}" dt="2023-10-05T13:51:51.109" v="1690" actId="14100"/>
        <pc:sldMkLst>
          <pc:docMk/>
          <pc:sldMk cId="1193029658" sldId="397"/>
        </pc:sldMkLst>
      </pc:sldChg>
      <pc:sldChg chg="modSp add replId">
        <pc:chgData name="Suraj Chopade" userId="S::suraj.chopade@bostoninstituteofanalytics.org::dcc44ee8-6a65-4538-a5e1-c87e14ca7a61" providerId="AD" clId="Web-{053F1D2B-53AA-6ADE-167B-F3376F0E876B}" dt="2023-10-05T13:51:46.828" v="1689" actId="14100"/>
        <pc:sldMkLst>
          <pc:docMk/>
          <pc:sldMk cId="3115399295" sldId="398"/>
        </pc:sldMkLst>
      </pc:sldChg>
      <pc:sldChg chg="modSp add replId">
        <pc:chgData name="Suraj Chopade" userId="S::suraj.chopade@bostoninstituteofanalytics.org::dcc44ee8-6a65-4538-a5e1-c87e14ca7a61" providerId="AD" clId="Web-{053F1D2B-53AA-6ADE-167B-F3376F0E876B}" dt="2023-10-05T13:51:42.578" v="1688" actId="14100"/>
        <pc:sldMkLst>
          <pc:docMk/>
          <pc:sldMk cId="161746561" sldId="399"/>
        </pc:sldMkLst>
      </pc:sldChg>
      <pc:sldChg chg="modSp add replId">
        <pc:chgData name="Suraj Chopade" userId="S::suraj.chopade@bostoninstituteofanalytics.org::dcc44ee8-6a65-4538-a5e1-c87e14ca7a61" providerId="AD" clId="Web-{053F1D2B-53AA-6ADE-167B-F3376F0E876B}" dt="2023-10-05T13:51:39.125" v="1687" actId="14100"/>
        <pc:sldMkLst>
          <pc:docMk/>
          <pc:sldMk cId="4194027808" sldId="400"/>
        </pc:sldMkLst>
      </pc:sldChg>
      <pc:sldChg chg="modSp add replId">
        <pc:chgData name="Suraj Chopade" userId="S::suraj.chopade@bostoninstituteofanalytics.org::dcc44ee8-6a65-4538-a5e1-c87e14ca7a61" providerId="AD" clId="Web-{053F1D2B-53AA-6ADE-167B-F3376F0E876B}" dt="2023-10-05T13:51:34.453" v="1686" actId="14100"/>
        <pc:sldMkLst>
          <pc:docMk/>
          <pc:sldMk cId="874390634" sldId="401"/>
        </pc:sldMkLst>
      </pc:sldChg>
      <pc:sldChg chg="modSp add replId">
        <pc:chgData name="Suraj Chopade" userId="S::suraj.chopade@bostoninstituteofanalytics.org::dcc44ee8-6a65-4538-a5e1-c87e14ca7a61" providerId="AD" clId="Web-{053F1D2B-53AA-6ADE-167B-F3376F0E876B}" dt="2023-10-05T13:51:28.921" v="1685" actId="14100"/>
        <pc:sldMkLst>
          <pc:docMk/>
          <pc:sldMk cId="175727061" sldId="402"/>
        </pc:sldMkLst>
      </pc:sldChg>
      <pc:sldChg chg="modSp add replId">
        <pc:chgData name="Suraj Chopade" userId="S::suraj.chopade@bostoninstituteofanalytics.org::dcc44ee8-6a65-4538-a5e1-c87e14ca7a61" providerId="AD" clId="Web-{053F1D2B-53AA-6ADE-167B-F3376F0E876B}" dt="2023-10-05T13:51:22.890" v="1684" actId="14100"/>
        <pc:sldMkLst>
          <pc:docMk/>
          <pc:sldMk cId="3511440794" sldId="403"/>
        </pc:sldMkLst>
      </pc:sldChg>
      <pc:sldChg chg="modSp add replId">
        <pc:chgData name="Suraj Chopade" userId="S::suraj.chopade@bostoninstituteofanalytics.org::dcc44ee8-6a65-4538-a5e1-c87e14ca7a61" providerId="AD" clId="Web-{053F1D2B-53AA-6ADE-167B-F3376F0E876B}" dt="2023-10-05T13:51:18.452" v="1683" actId="14100"/>
        <pc:sldMkLst>
          <pc:docMk/>
          <pc:sldMk cId="671637965" sldId="404"/>
        </pc:sldMkLst>
      </pc:sldChg>
      <pc:sldChg chg="modSp add replId">
        <pc:chgData name="Suraj Chopade" userId="S::suraj.chopade@bostoninstituteofanalytics.org::dcc44ee8-6a65-4538-a5e1-c87e14ca7a61" providerId="AD" clId="Web-{053F1D2B-53AA-6ADE-167B-F3376F0E876B}" dt="2023-10-05T13:51:13.155" v="1682" actId="14100"/>
        <pc:sldMkLst>
          <pc:docMk/>
          <pc:sldMk cId="2575758570" sldId="405"/>
        </pc:sldMkLst>
      </pc:sldChg>
      <pc:sldChg chg="modSp add replId">
        <pc:chgData name="Suraj Chopade" userId="S::suraj.chopade@bostoninstituteofanalytics.org::dcc44ee8-6a65-4538-a5e1-c87e14ca7a61" providerId="AD" clId="Web-{053F1D2B-53AA-6ADE-167B-F3376F0E876B}" dt="2023-10-05T13:51:07.311" v="1681" actId="20577"/>
        <pc:sldMkLst>
          <pc:docMk/>
          <pc:sldMk cId="21544644" sldId="406"/>
        </pc:sldMkLst>
      </pc:sldChg>
      <pc:sldChg chg="modSp add replId">
        <pc:chgData name="Suraj Chopade" userId="S::suraj.chopade@bostoninstituteofanalytics.org::dcc44ee8-6a65-4538-a5e1-c87e14ca7a61" providerId="AD" clId="Web-{053F1D2B-53AA-6ADE-167B-F3376F0E876B}" dt="2023-10-05T13:50:54.045" v="1676" actId="1076"/>
        <pc:sldMkLst>
          <pc:docMk/>
          <pc:sldMk cId="3277102262" sldId="407"/>
        </pc:sldMkLst>
      </pc:sldChg>
      <pc:sldChg chg="add replId">
        <pc:chgData name="Suraj Chopade" userId="S::suraj.chopade@bostoninstituteofanalytics.org::dcc44ee8-6a65-4538-a5e1-c87e14ca7a61" providerId="AD" clId="Web-{053F1D2B-53AA-6ADE-167B-F3376F0E876B}" dt="2023-10-05T13:50:35.325" v="1661"/>
        <pc:sldMkLst>
          <pc:docMk/>
          <pc:sldMk cId="4059647043" sldId="408"/>
        </pc:sldMkLst>
      </pc:sldChg>
    </pc:docChg>
  </pc:docChgLst>
  <pc:docChgLst>
    <pc:chgData name="Suraj Chopade" userId="S::suraj.chopade@bostoninstituteofanalytics.org::dcc44ee8-6a65-4538-a5e1-c87e14ca7a61" providerId="AD" clId="Web-{6C10DBF1-E01B-70F2-C362-AB92AB362718}"/>
    <pc:docChg chg="addSld delSld modSld sldOrd">
      <pc:chgData name="Suraj Chopade" userId="S::suraj.chopade@bostoninstituteofanalytics.org::dcc44ee8-6a65-4538-a5e1-c87e14ca7a61" providerId="AD" clId="Web-{6C10DBF1-E01B-70F2-C362-AB92AB362718}" dt="2023-10-05T12:01:09.013" v="1263" actId="1076"/>
      <pc:docMkLst>
        <pc:docMk/>
      </pc:docMkLst>
      <pc:sldChg chg="modSp">
        <pc:chgData name="Suraj Chopade" userId="S::suraj.chopade@bostoninstituteofanalytics.org::dcc44ee8-6a65-4538-a5e1-c87e14ca7a61" providerId="AD" clId="Web-{6C10DBF1-E01B-70F2-C362-AB92AB362718}" dt="2023-10-05T11:04:50.552" v="424" actId="20577"/>
        <pc:sldMkLst>
          <pc:docMk/>
          <pc:sldMk cId="4235558439" sldId="287"/>
        </pc:sldMkLst>
      </pc:sldChg>
      <pc:sldChg chg="delSp modSp">
        <pc:chgData name="Suraj Chopade" userId="S::suraj.chopade@bostoninstituteofanalytics.org::dcc44ee8-6a65-4538-a5e1-c87e14ca7a61" providerId="AD" clId="Web-{6C10DBF1-E01B-70F2-C362-AB92AB362718}" dt="2023-10-05T10:40:24.376" v="155" actId="14100"/>
        <pc:sldMkLst>
          <pc:docMk/>
          <pc:sldMk cId="1726830" sldId="314"/>
        </pc:sldMkLst>
      </pc:sldChg>
      <pc:sldChg chg="del">
        <pc:chgData name="Suraj Chopade" userId="S::suraj.chopade@bostoninstituteofanalytics.org::dcc44ee8-6a65-4538-a5e1-c87e14ca7a61" providerId="AD" clId="Web-{6C10DBF1-E01B-70F2-C362-AB92AB362718}" dt="2023-10-05T11:53:24.481" v="1125"/>
        <pc:sldMkLst>
          <pc:docMk/>
          <pc:sldMk cId="4253125332" sldId="316"/>
        </pc:sldMkLst>
      </pc:sldChg>
      <pc:sldChg chg="del">
        <pc:chgData name="Suraj Chopade" userId="S::suraj.chopade@bostoninstituteofanalytics.org::dcc44ee8-6a65-4538-a5e1-c87e14ca7a61" providerId="AD" clId="Web-{6C10DBF1-E01B-70F2-C362-AB92AB362718}" dt="2023-10-05T11:53:24.466" v="1124"/>
        <pc:sldMkLst>
          <pc:docMk/>
          <pc:sldMk cId="693713431" sldId="332"/>
        </pc:sldMkLst>
      </pc:sldChg>
      <pc:sldChg chg="del">
        <pc:chgData name="Suraj Chopade" userId="S::suraj.chopade@bostoninstituteofanalytics.org::dcc44ee8-6a65-4538-a5e1-c87e14ca7a61" providerId="AD" clId="Web-{6C10DBF1-E01B-70F2-C362-AB92AB362718}" dt="2023-10-05T11:29:15.650" v="679"/>
        <pc:sldMkLst>
          <pc:docMk/>
          <pc:sldMk cId="4254827648" sldId="333"/>
        </pc:sldMkLst>
      </pc:sldChg>
      <pc:sldChg chg="delSp modSp">
        <pc:chgData name="Suraj Chopade" userId="S::suraj.chopade@bostoninstituteofanalytics.org::dcc44ee8-6a65-4538-a5e1-c87e14ca7a61" providerId="AD" clId="Web-{6C10DBF1-E01B-70F2-C362-AB92AB362718}" dt="2023-10-05T10:43:54.680" v="190" actId="1076"/>
        <pc:sldMkLst>
          <pc:docMk/>
          <pc:sldMk cId="3709622772" sldId="342"/>
        </pc:sldMkLst>
      </pc:sldChg>
      <pc:sldChg chg="addSp delSp modSp">
        <pc:chgData name="Suraj Chopade" userId="S::suraj.chopade@bostoninstituteofanalytics.org::dcc44ee8-6a65-4538-a5e1-c87e14ca7a61" providerId="AD" clId="Web-{6C10DBF1-E01B-70F2-C362-AB92AB362718}" dt="2023-10-05T11:28:47.289" v="669" actId="1076"/>
        <pc:sldMkLst>
          <pc:docMk/>
          <pc:sldMk cId="998055449" sldId="343"/>
        </pc:sldMkLst>
      </pc:sldChg>
      <pc:sldChg chg="del">
        <pc:chgData name="Suraj Chopade" userId="S::suraj.chopade@bostoninstituteofanalytics.org::dcc44ee8-6a65-4538-a5e1-c87e14ca7a61" providerId="AD" clId="Web-{6C10DBF1-E01B-70F2-C362-AB92AB362718}" dt="2023-10-05T11:53:24.497" v="1135"/>
        <pc:sldMkLst>
          <pc:docMk/>
          <pc:sldMk cId="3211538988" sldId="344"/>
        </pc:sldMkLst>
      </pc:sldChg>
      <pc:sldChg chg="del">
        <pc:chgData name="Suraj Chopade" userId="S::suraj.chopade@bostoninstituteofanalytics.org::dcc44ee8-6a65-4538-a5e1-c87e14ca7a61" providerId="AD" clId="Web-{6C10DBF1-E01B-70F2-C362-AB92AB362718}" dt="2023-10-05T11:53:24.497" v="1134"/>
        <pc:sldMkLst>
          <pc:docMk/>
          <pc:sldMk cId="1589054290" sldId="345"/>
        </pc:sldMkLst>
      </pc:sldChg>
      <pc:sldChg chg="del">
        <pc:chgData name="Suraj Chopade" userId="S::suraj.chopade@bostoninstituteofanalytics.org::dcc44ee8-6a65-4538-a5e1-c87e14ca7a61" providerId="AD" clId="Web-{6C10DBF1-E01B-70F2-C362-AB92AB362718}" dt="2023-10-05T11:53:24.497" v="1133"/>
        <pc:sldMkLst>
          <pc:docMk/>
          <pc:sldMk cId="2822367668" sldId="346"/>
        </pc:sldMkLst>
      </pc:sldChg>
      <pc:sldChg chg="del">
        <pc:chgData name="Suraj Chopade" userId="S::suraj.chopade@bostoninstituteofanalytics.org::dcc44ee8-6a65-4538-a5e1-c87e14ca7a61" providerId="AD" clId="Web-{6C10DBF1-E01B-70F2-C362-AB92AB362718}" dt="2023-10-05T11:53:24.481" v="1132"/>
        <pc:sldMkLst>
          <pc:docMk/>
          <pc:sldMk cId="2851047092" sldId="347"/>
        </pc:sldMkLst>
      </pc:sldChg>
      <pc:sldChg chg="del">
        <pc:chgData name="Suraj Chopade" userId="S::suraj.chopade@bostoninstituteofanalytics.org::dcc44ee8-6a65-4538-a5e1-c87e14ca7a61" providerId="AD" clId="Web-{6C10DBF1-E01B-70F2-C362-AB92AB362718}" dt="2023-10-05T11:53:24.481" v="1131"/>
        <pc:sldMkLst>
          <pc:docMk/>
          <pc:sldMk cId="2195828354" sldId="348"/>
        </pc:sldMkLst>
      </pc:sldChg>
      <pc:sldChg chg="del">
        <pc:chgData name="Suraj Chopade" userId="S::suraj.chopade@bostoninstituteofanalytics.org::dcc44ee8-6a65-4538-a5e1-c87e14ca7a61" providerId="AD" clId="Web-{6C10DBF1-E01B-70F2-C362-AB92AB362718}" dt="2023-10-05T11:53:24.481" v="1130"/>
        <pc:sldMkLst>
          <pc:docMk/>
          <pc:sldMk cId="2280237744" sldId="349"/>
        </pc:sldMkLst>
      </pc:sldChg>
      <pc:sldChg chg="del">
        <pc:chgData name="Suraj Chopade" userId="S::suraj.chopade@bostoninstituteofanalytics.org::dcc44ee8-6a65-4538-a5e1-c87e14ca7a61" providerId="AD" clId="Web-{6C10DBF1-E01B-70F2-C362-AB92AB362718}" dt="2023-10-05T11:53:24.481" v="1129"/>
        <pc:sldMkLst>
          <pc:docMk/>
          <pc:sldMk cId="1145284372" sldId="350"/>
        </pc:sldMkLst>
      </pc:sldChg>
      <pc:sldChg chg="del">
        <pc:chgData name="Suraj Chopade" userId="S::suraj.chopade@bostoninstituteofanalytics.org::dcc44ee8-6a65-4538-a5e1-c87e14ca7a61" providerId="AD" clId="Web-{6C10DBF1-E01B-70F2-C362-AB92AB362718}" dt="2023-10-05T11:53:24.481" v="1128"/>
        <pc:sldMkLst>
          <pc:docMk/>
          <pc:sldMk cId="3488034501" sldId="351"/>
        </pc:sldMkLst>
      </pc:sldChg>
      <pc:sldChg chg="del">
        <pc:chgData name="Suraj Chopade" userId="S::suraj.chopade@bostoninstituteofanalytics.org::dcc44ee8-6a65-4538-a5e1-c87e14ca7a61" providerId="AD" clId="Web-{6C10DBF1-E01B-70F2-C362-AB92AB362718}" dt="2023-10-05T11:53:24.481" v="1127"/>
        <pc:sldMkLst>
          <pc:docMk/>
          <pc:sldMk cId="3822785467" sldId="352"/>
        </pc:sldMkLst>
      </pc:sldChg>
      <pc:sldChg chg="del">
        <pc:chgData name="Suraj Chopade" userId="S::suraj.chopade@bostoninstituteofanalytics.org::dcc44ee8-6a65-4538-a5e1-c87e14ca7a61" providerId="AD" clId="Web-{6C10DBF1-E01B-70F2-C362-AB92AB362718}" dt="2023-10-05T11:53:24.481" v="1126"/>
        <pc:sldMkLst>
          <pc:docMk/>
          <pc:sldMk cId="2383408920" sldId="353"/>
        </pc:sldMkLst>
      </pc:sldChg>
      <pc:sldChg chg="del">
        <pc:chgData name="Suraj Chopade" userId="S::suraj.chopade@bostoninstituteofanalytics.org::dcc44ee8-6a65-4538-a5e1-c87e14ca7a61" providerId="AD" clId="Web-{6C10DBF1-E01B-70F2-C362-AB92AB362718}" dt="2023-10-05T11:53:24.466" v="1123"/>
        <pc:sldMkLst>
          <pc:docMk/>
          <pc:sldMk cId="1637956367" sldId="354"/>
        </pc:sldMkLst>
      </pc:sldChg>
      <pc:sldChg chg="del">
        <pc:chgData name="Suraj Chopade" userId="S::suraj.chopade@bostoninstituteofanalytics.org::dcc44ee8-6a65-4538-a5e1-c87e14ca7a61" providerId="AD" clId="Web-{6C10DBF1-E01B-70F2-C362-AB92AB362718}" dt="2023-10-05T11:29:15.650" v="681"/>
        <pc:sldMkLst>
          <pc:docMk/>
          <pc:sldMk cId="543563370" sldId="355"/>
        </pc:sldMkLst>
      </pc:sldChg>
      <pc:sldChg chg="del">
        <pc:chgData name="Suraj Chopade" userId="S::suraj.chopade@bostoninstituteofanalytics.org::dcc44ee8-6a65-4538-a5e1-c87e14ca7a61" providerId="AD" clId="Web-{6C10DBF1-E01B-70F2-C362-AB92AB362718}" dt="2023-10-05T11:29:15.650" v="680"/>
        <pc:sldMkLst>
          <pc:docMk/>
          <pc:sldMk cId="3509703634" sldId="356"/>
        </pc:sldMkLst>
      </pc:sldChg>
      <pc:sldChg chg="del">
        <pc:chgData name="Suraj Chopade" userId="S::suraj.chopade@bostoninstituteofanalytics.org::dcc44ee8-6a65-4538-a5e1-c87e14ca7a61" providerId="AD" clId="Web-{6C10DBF1-E01B-70F2-C362-AB92AB362718}" dt="2023-10-05T11:29:15.650" v="678"/>
        <pc:sldMkLst>
          <pc:docMk/>
          <pc:sldMk cId="3979241048" sldId="357"/>
        </pc:sldMkLst>
      </pc:sldChg>
      <pc:sldChg chg="del">
        <pc:chgData name="Suraj Chopade" userId="S::suraj.chopade@bostoninstituteofanalytics.org::dcc44ee8-6a65-4538-a5e1-c87e14ca7a61" providerId="AD" clId="Web-{6C10DBF1-E01B-70F2-C362-AB92AB362718}" dt="2023-10-05T11:29:15.650" v="677"/>
        <pc:sldMkLst>
          <pc:docMk/>
          <pc:sldMk cId="1574886388" sldId="358"/>
        </pc:sldMkLst>
      </pc:sldChg>
      <pc:sldChg chg="del">
        <pc:chgData name="Suraj Chopade" userId="S::suraj.chopade@bostoninstituteofanalytics.org::dcc44ee8-6a65-4538-a5e1-c87e14ca7a61" providerId="AD" clId="Web-{6C10DBF1-E01B-70F2-C362-AB92AB362718}" dt="2023-10-05T11:29:15.650" v="676"/>
        <pc:sldMkLst>
          <pc:docMk/>
          <pc:sldMk cId="3275230534" sldId="359"/>
        </pc:sldMkLst>
      </pc:sldChg>
      <pc:sldChg chg="del">
        <pc:chgData name="Suraj Chopade" userId="S::suraj.chopade@bostoninstituteofanalytics.org::dcc44ee8-6a65-4538-a5e1-c87e14ca7a61" providerId="AD" clId="Web-{6C10DBF1-E01B-70F2-C362-AB92AB362718}" dt="2023-10-05T11:29:15.650" v="675"/>
        <pc:sldMkLst>
          <pc:docMk/>
          <pc:sldMk cId="3209345293" sldId="360"/>
        </pc:sldMkLst>
      </pc:sldChg>
      <pc:sldChg chg="del">
        <pc:chgData name="Suraj Chopade" userId="S::suraj.chopade@bostoninstituteofanalytics.org::dcc44ee8-6a65-4538-a5e1-c87e14ca7a61" providerId="AD" clId="Web-{6C10DBF1-E01B-70F2-C362-AB92AB362718}" dt="2023-10-05T11:29:15.634" v="674"/>
        <pc:sldMkLst>
          <pc:docMk/>
          <pc:sldMk cId="3052401839" sldId="361"/>
        </pc:sldMkLst>
      </pc:sldChg>
      <pc:sldChg chg="del">
        <pc:chgData name="Suraj Chopade" userId="S::suraj.chopade@bostoninstituteofanalytics.org::dcc44ee8-6a65-4538-a5e1-c87e14ca7a61" providerId="AD" clId="Web-{6C10DBF1-E01B-70F2-C362-AB92AB362718}" dt="2023-10-05T11:29:15.634" v="673"/>
        <pc:sldMkLst>
          <pc:docMk/>
          <pc:sldMk cId="1604005518" sldId="362"/>
        </pc:sldMkLst>
      </pc:sldChg>
      <pc:sldChg chg="del">
        <pc:chgData name="Suraj Chopade" userId="S::suraj.chopade@bostoninstituteofanalytics.org::dcc44ee8-6a65-4538-a5e1-c87e14ca7a61" providerId="AD" clId="Web-{6C10DBF1-E01B-70F2-C362-AB92AB362718}" dt="2023-10-05T11:29:15.634" v="672"/>
        <pc:sldMkLst>
          <pc:docMk/>
          <pc:sldMk cId="246319354" sldId="363"/>
        </pc:sldMkLst>
      </pc:sldChg>
      <pc:sldChg chg="del">
        <pc:chgData name="Suraj Chopade" userId="S::suraj.chopade@bostoninstituteofanalytics.org::dcc44ee8-6a65-4538-a5e1-c87e14ca7a61" providerId="AD" clId="Web-{6C10DBF1-E01B-70F2-C362-AB92AB362718}" dt="2023-10-05T11:29:15.634" v="670"/>
        <pc:sldMkLst>
          <pc:docMk/>
          <pc:sldMk cId="39136322" sldId="364"/>
        </pc:sldMkLst>
      </pc:sldChg>
      <pc:sldChg chg="del">
        <pc:chgData name="Suraj Chopade" userId="S::suraj.chopade@bostoninstituteofanalytics.org::dcc44ee8-6a65-4538-a5e1-c87e14ca7a61" providerId="AD" clId="Web-{6C10DBF1-E01B-70F2-C362-AB92AB362718}" dt="2023-10-05T11:29:15.634" v="671"/>
        <pc:sldMkLst>
          <pc:docMk/>
          <pc:sldMk cId="189908799" sldId="365"/>
        </pc:sldMkLst>
      </pc:sldChg>
      <pc:sldChg chg="add">
        <pc:chgData name="Suraj Chopade" userId="S::suraj.chopade@bostoninstituteofanalytics.org::dcc44ee8-6a65-4538-a5e1-c87e14ca7a61" providerId="AD" clId="Web-{6C10DBF1-E01B-70F2-C362-AB92AB362718}" dt="2023-10-05T10:30:34.293" v="31"/>
        <pc:sldMkLst>
          <pc:docMk/>
          <pc:sldMk cId="3428756411" sldId="366"/>
        </pc:sldMkLst>
      </pc:sldChg>
      <pc:sldChg chg="addSp delSp modSp add">
        <pc:chgData name="Suraj Chopade" userId="S::suraj.chopade@bostoninstituteofanalytics.org::dcc44ee8-6a65-4538-a5e1-c87e14ca7a61" providerId="AD" clId="Web-{6C10DBF1-E01B-70F2-C362-AB92AB362718}" dt="2023-10-05T10:36:20.336" v="120"/>
        <pc:sldMkLst>
          <pc:docMk/>
          <pc:sldMk cId="4006553666" sldId="367"/>
        </pc:sldMkLst>
      </pc:sldChg>
      <pc:sldChg chg="modSp add replId">
        <pc:chgData name="Suraj Chopade" userId="S::suraj.chopade@bostoninstituteofanalytics.org::dcc44ee8-6a65-4538-a5e1-c87e14ca7a61" providerId="AD" clId="Web-{6C10DBF1-E01B-70F2-C362-AB92AB362718}" dt="2023-10-05T10:48:29.158" v="266" actId="20577"/>
        <pc:sldMkLst>
          <pc:docMk/>
          <pc:sldMk cId="689801169" sldId="368"/>
        </pc:sldMkLst>
      </pc:sldChg>
      <pc:sldChg chg="modSp add replId">
        <pc:chgData name="Suraj Chopade" userId="S::suraj.chopade@bostoninstituteofanalytics.org::dcc44ee8-6a65-4538-a5e1-c87e14ca7a61" providerId="AD" clId="Web-{6C10DBF1-E01B-70F2-C362-AB92AB362718}" dt="2023-10-05T10:52:26.995" v="340" actId="20577"/>
        <pc:sldMkLst>
          <pc:docMk/>
          <pc:sldMk cId="3124109817" sldId="369"/>
        </pc:sldMkLst>
      </pc:sldChg>
      <pc:sldChg chg="modSp add replId">
        <pc:chgData name="Suraj Chopade" userId="S::suraj.chopade@bostoninstituteofanalytics.org::dcc44ee8-6a65-4538-a5e1-c87e14ca7a61" providerId="AD" clId="Web-{6C10DBF1-E01B-70F2-C362-AB92AB362718}" dt="2023-10-05T10:59:48.963" v="406" actId="20577"/>
        <pc:sldMkLst>
          <pc:docMk/>
          <pc:sldMk cId="4260842086" sldId="370"/>
        </pc:sldMkLst>
      </pc:sldChg>
      <pc:sldChg chg="modSp add replId">
        <pc:chgData name="Suraj Chopade" userId="S::suraj.chopade@bostoninstituteofanalytics.org::dcc44ee8-6a65-4538-a5e1-c87e14ca7a61" providerId="AD" clId="Web-{6C10DBF1-E01B-70F2-C362-AB92AB362718}" dt="2023-10-05T11:07:41.199" v="464" actId="20577"/>
        <pc:sldMkLst>
          <pc:docMk/>
          <pc:sldMk cId="1367509122" sldId="371"/>
        </pc:sldMkLst>
      </pc:sldChg>
      <pc:sldChg chg="addSp modSp add replId">
        <pc:chgData name="Suraj Chopade" userId="S::suraj.chopade@bostoninstituteofanalytics.org::dcc44ee8-6a65-4538-a5e1-c87e14ca7a61" providerId="AD" clId="Web-{6C10DBF1-E01B-70F2-C362-AB92AB362718}" dt="2023-10-05T11:09:59.781" v="492" actId="1076"/>
        <pc:sldMkLst>
          <pc:docMk/>
          <pc:sldMk cId="1839542696" sldId="372"/>
        </pc:sldMkLst>
      </pc:sldChg>
      <pc:sldChg chg="addSp delSp modSp add replId">
        <pc:chgData name="Suraj Chopade" userId="S::suraj.chopade@bostoninstituteofanalytics.org::dcc44ee8-6a65-4538-a5e1-c87e14ca7a61" providerId="AD" clId="Web-{6C10DBF1-E01B-70F2-C362-AB92AB362718}" dt="2023-10-05T11:19:55.880" v="545" actId="1076"/>
        <pc:sldMkLst>
          <pc:docMk/>
          <pc:sldMk cId="3813123597" sldId="373"/>
        </pc:sldMkLst>
      </pc:sldChg>
      <pc:sldChg chg="addSp delSp modSp add ord replId">
        <pc:chgData name="Suraj Chopade" userId="S::suraj.chopade@bostoninstituteofanalytics.org::dcc44ee8-6a65-4538-a5e1-c87e14ca7a61" providerId="AD" clId="Web-{6C10DBF1-E01B-70F2-C362-AB92AB362718}" dt="2023-10-05T11:23:56.029" v="619" actId="1076"/>
        <pc:sldMkLst>
          <pc:docMk/>
          <pc:sldMk cId="1224501499" sldId="374"/>
        </pc:sldMkLst>
      </pc:sldChg>
      <pc:sldChg chg="modSp add ord replId">
        <pc:chgData name="Suraj Chopade" userId="S::suraj.chopade@bostoninstituteofanalytics.org::dcc44ee8-6a65-4538-a5e1-c87e14ca7a61" providerId="AD" clId="Web-{6C10DBF1-E01B-70F2-C362-AB92AB362718}" dt="2023-10-05T11:33:52.909" v="728"/>
        <pc:sldMkLst>
          <pc:docMk/>
          <pc:sldMk cId="4224219877" sldId="375"/>
        </pc:sldMkLst>
      </pc:sldChg>
      <pc:sldChg chg="addSp modSp add replId">
        <pc:chgData name="Suraj Chopade" userId="S::suraj.chopade@bostoninstituteofanalytics.org::dcc44ee8-6a65-4538-a5e1-c87e14ca7a61" providerId="AD" clId="Web-{6C10DBF1-E01B-70F2-C362-AB92AB362718}" dt="2023-10-05T11:38:14.012" v="874" actId="1076"/>
        <pc:sldMkLst>
          <pc:docMk/>
          <pc:sldMk cId="940285765" sldId="376"/>
        </pc:sldMkLst>
      </pc:sldChg>
      <pc:sldChg chg="addSp delSp modSp add ord replId">
        <pc:chgData name="Suraj Chopade" userId="S::suraj.chopade@bostoninstituteofanalytics.org::dcc44ee8-6a65-4538-a5e1-c87e14ca7a61" providerId="AD" clId="Web-{6C10DBF1-E01B-70F2-C362-AB92AB362718}" dt="2023-10-05T11:48:07.720" v="1049" actId="20577"/>
        <pc:sldMkLst>
          <pc:docMk/>
          <pc:sldMk cId="1101274761" sldId="377"/>
        </pc:sldMkLst>
      </pc:sldChg>
      <pc:sldChg chg="addSp modSp add replId">
        <pc:chgData name="Suraj Chopade" userId="S::suraj.chopade@bostoninstituteofanalytics.org::dcc44ee8-6a65-4538-a5e1-c87e14ca7a61" providerId="AD" clId="Web-{6C10DBF1-E01B-70F2-C362-AB92AB362718}" dt="2023-10-05T11:48:27.549" v="1052" actId="14100"/>
        <pc:sldMkLst>
          <pc:docMk/>
          <pc:sldMk cId="1574334419" sldId="378"/>
        </pc:sldMkLst>
      </pc:sldChg>
      <pc:sldChg chg="add del replId">
        <pc:chgData name="Suraj Chopade" userId="S::suraj.chopade@bostoninstituteofanalytics.org::dcc44ee8-6a65-4538-a5e1-c87e14ca7a61" providerId="AD" clId="Web-{6C10DBF1-E01B-70F2-C362-AB92AB362718}" dt="2023-10-05T11:39:26.640" v="881"/>
        <pc:sldMkLst>
          <pc:docMk/>
          <pc:sldMk cId="2699399544" sldId="378"/>
        </pc:sldMkLst>
      </pc:sldChg>
      <pc:sldChg chg="modSp add replId">
        <pc:chgData name="Suraj Chopade" userId="S::suraj.chopade@bostoninstituteofanalytics.org::dcc44ee8-6a65-4538-a5e1-c87e14ca7a61" providerId="AD" clId="Web-{6C10DBF1-E01B-70F2-C362-AB92AB362718}" dt="2023-10-05T11:52:19.776" v="1122"/>
        <pc:sldMkLst>
          <pc:docMk/>
          <pc:sldMk cId="2074956151" sldId="379"/>
        </pc:sldMkLst>
      </pc:sldChg>
      <pc:sldChg chg="add del replId">
        <pc:chgData name="Suraj Chopade" userId="S::suraj.chopade@bostoninstituteofanalytics.org::dcc44ee8-6a65-4538-a5e1-c87e14ca7a61" providerId="AD" clId="Web-{6C10DBF1-E01B-70F2-C362-AB92AB362718}" dt="2023-10-05T11:44:10.790" v="976"/>
        <pc:sldMkLst>
          <pc:docMk/>
          <pc:sldMk cId="2999154365" sldId="379"/>
        </pc:sldMkLst>
      </pc:sldChg>
      <pc:sldChg chg="modSp add replId">
        <pc:chgData name="Suraj Chopade" userId="S::suraj.chopade@bostoninstituteofanalytics.org::dcc44ee8-6a65-4538-a5e1-c87e14ca7a61" providerId="AD" clId="Web-{6C10DBF1-E01B-70F2-C362-AB92AB362718}" dt="2023-10-05T11:56:25.972" v="1198" actId="1076"/>
        <pc:sldMkLst>
          <pc:docMk/>
          <pc:sldMk cId="2077649857" sldId="380"/>
        </pc:sldMkLst>
      </pc:sldChg>
      <pc:sldChg chg="addSp modSp add replId">
        <pc:chgData name="Suraj Chopade" userId="S::suraj.chopade@bostoninstituteofanalytics.org::dcc44ee8-6a65-4538-a5e1-c87e14ca7a61" providerId="AD" clId="Web-{6C10DBF1-E01B-70F2-C362-AB92AB362718}" dt="2023-10-05T12:01:09.013" v="1263" actId="1076"/>
        <pc:sldMkLst>
          <pc:docMk/>
          <pc:sldMk cId="3225030936" sldId="381"/>
        </pc:sldMkLst>
      </pc:sldChg>
    </pc:docChg>
  </pc:docChgLst>
  <pc:docChgLst>
    <pc:chgData name="Suraj Chopade" userId="S::suraj.chopade@bostoninstituteofanalytics.org::dcc44ee8-6a65-4538-a5e1-c87e14ca7a61" providerId="AD" clId="Web-{E08E5B7E-1FFB-5E1D-1293-C8FADAC46D7F}"/>
    <pc:docChg chg="addSld modSld">
      <pc:chgData name="Suraj Chopade" userId="S::suraj.chopade@bostoninstituteofanalytics.org::dcc44ee8-6a65-4538-a5e1-c87e14ca7a61" providerId="AD" clId="Web-{E08E5B7E-1FFB-5E1D-1293-C8FADAC46D7F}" dt="2023-10-09T11:48:56.108" v="126" actId="1076"/>
      <pc:docMkLst>
        <pc:docMk/>
      </pc:docMkLst>
      <pc:sldChg chg="modSp">
        <pc:chgData name="Suraj Chopade" userId="S::suraj.chopade@bostoninstituteofanalytics.org::dcc44ee8-6a65-4538-a5e1-c87e14ca7a61" providerId="AD" clId="Web-{E08E5B7E-1FFB-5E1D-1293-C8FADAC46D7F}" dt="2023-10-09T11:48:56.108" v="126" actId="1076"/>
        <pc:sldMkLst>
          <pc:docMk/>
          <pc:sldMk cId="2004310942" sldId="497"/>
        </pc:sldMkLst>
      </pc:sldChg>
      <pc:sldChg chg="addSp modSp">
        <pc:chgData name="Suraj Chopade" userId="S::suraj.chopade@bostoninstituteofanalytics.org::dcc44ee8-6a65-4538-a5e1-c87e14ca7a61" providerId="AD" clId="Web-{E08E5B7E-1FFB-5E1D-1293-C8FADAC46D7F}" dt="2023-10-09T11:36:53.491" v="4" actId="1076"/>
        <pc:sldMkLst>
          <pc:docMk/>
          <pc:sldMk cId="988374458" sldId="498"/>
        </pc:sldMkLst>
      </pc:sldChg>
      <pc:sldChg chg="addSp delSp modSp add replId modNotes">
        <pc:chgData name="Suraj Chopade" userId="S::suraj.chopade@bostoninstituteofanalytics.org::dcc44ee8-6a65-4538-a5e1-c87e14ca7a61" providerId="AD" clId="Web-{E08E5B7E-1FFB-5E1D-1293-C8FADAC46D7F}" dt="2023-10-09T11:45:26.179" v="94" actId="1076"/>
        <pc:sldMkLst>
          <pc:docMk/>
          <pc:sldMk cId="3625850331" sldId="504"/>
        </pc:sldMkLst>
      </pc:sldChg>
      <pc:sldChg chg="addSp delSp modSp add replId">
        <pc:chgData name="Suraj Chopade" userId="S::suraj.chopade@bostoninstituteofanalytics.org::dcc44ee8-6a65-4538-a5e1-c87e14ca7a61" providerId="AD" clId="Web-{E08E5B7E-1FFB-5E1D-1293-C8FADAC46D7F}" dt="2023-10-09T11:45:38.101" v="96" actId="20577"/>
        <pc:sldMkLst>
          <pc:docMk/>
          <pc:sldMk cId="3589145878" sldId="505"/>
        </pc:sldMkLst>
      </pc:sldChg>
      <pc:sldChg chg="modSp add replId modNotes">
        <pc:chgData name="Suraj Chopade" userId="S::suraj.chopade@bostoninstituteofanalytics.org::dcc44ee8-6a65-4538-a5e1-c87e14ca7a61" providerId="AD" clId="Web-{E08E5B7E-1FFB-5E1D-1293-C8FADAC46D7F}" dt="2023-10-09T11:48:16.372" v="121"/>
        <pc:sldMkLst>
          <pc:docMk/>
          <pc:sldMk cId="1923082277" sldId="506"/>
        </pc:sldMkLst>
      </pc:sldChg>
    </pc:docChg>
  </pc:docChgLst>
  <pc:docChgLst>
    <pc:chgData name="Suraj Chopade" userId="S::suraj.chopade@bostoninstituteofanalytics.org::dcc44ee8-6a65-4538-a5e1-c87e14ca7a61" providerId="AD" clId="Web-{6014D375-978A-3D61-3F67-6AD4F1C1FE5A}"/>
    <pc:docChg chg="addSld delSld modSld sldOrd">
      <pc:chgData name="Suraj Chopade" userId="S::suraj.chopade@bostoninstituteofanalytics.org::dcc44ee8-6a65-4538-a5e1-c87e14ca7a61" providerId="AD" clId="Web-{6014D375-978A-3D61-3F67-6AD4F1C1FE5A}" dt="2023-10-07T12:25:30.205" v="1180" actId="20577"/>
      <pc:docMkLst>
        <pc:docMk/>
      </pc:docMkLst>
      <pc:sldChg chg="del">
        <pc:chgData name="Suraj Chopade" userId="S::suraj.chopade@bostoninstituteofanalytics.org::dcc44ee8-6a65-4538-a5e1-c87e14ca7a61" providerId="AD" clId="Web-{6014D375-978A-3D61-3F67-6AD4F1C1FE5A}" dt="2023-10-07T08:47:06.512" v="322"/>
        <pc:sldMkLst>
          <pc:docMk/>
          <pc:sldMk cId="4235558439" sldId="287"/>
        </pc:sldMkLst>
      </pc:sldChg>
      <pc:sldChg chg="addSp modSp">
        <pc:chgData name="Suraj Chopade" userId="S::suraj.chopade@bostoninstituteofanalytics.org::dcc44ee8-6a65-4538-a5e1-c87e14ca7a61" providerId="AD" clId="Web-{6014D375-978A-3D61-3F67-6AD4F1C1FE5A}" dt="2023-10-07T08:52:59.462" v="358" actId="1076"/>
        <pc:sldMkLst>
          <pc:docMk/>
          <pc:sldMk cId="1726830" sldId="314"/>
        </pc:sldMkLst>
      </pc:sldChg>
      <pc:sldChg chg="del">
        <pc:chgData name="Suraj Chopade" userId="S::suraj.chopade@bostoninstituteofanalytics.org::dcc44ee8-6a65-4538-a5e1-c87e14ca7a61" providerId="AD" clId="Web-{6014D375-978A-3D61-3F67-6AD4F1C1FE5A}" dt="2023-10-07T08:38:23.508" v="46"/>
        <pc:sldMkLst>
          <pc:docMk/>
          <pc:sldMk cId="1541896332" sldId="438"/>
        </pc:sldMkLst>
      </pc:sldChg>
      <pc:sldChg chg="del">
        <pc:chgData name="Suraj Chopade" userId="S::suraj.chopade@bostoninstituteofanalytics.org::dcc44ee8-6a65-4538-a5e1-c87e14ca7a61" providerId="AD" clId="Web-{6014D375-978A-3D61-3F67-6AD4F1C1FE5A}" dt="2023-10-07T08:38:23.493" v="45"/>
        <pc:sldMkLst>
          <pc:docMk/>
          <pc:sldMk cId="4217551723" sldId="439"/>
        </pc:sldMkLst>
      </pc:sldChg>
      <pc:sldChg chg="del">
        <pc:chgData name="Suraj Chopade" userId="S::suraj.chopade@bostoninstituteofanalytics.org::dcc44ee8-6a65-4538-a5e1-c87e14ca7a61" providerId="AD" clId="Web-{6014D375-978A-3D61-3F67-6AD4F1C1FE5A}" dt="2023-10-07T08:38:23.493" v="43"/>
        <pc:sldMkLst>
          <pc:docMk/>
          <pc:sldMk cId="3445395743" sldId="440"/>
        </pc:sldMkLst>
      </pc:sldChg>
      <pc:sldChg chg="del">
        <pc:chgData name="Suraj Chopade" userId="S::suraj.chopade@bostoninstituteofanalytics.org::dcc44ee8-6a65-4538-a5e1-c87e14ca7a61" providerId="AD" clId="Web-{6014D375-978A-3D61-3F67-6AD4F1C1FE5A}" dt="2023-10-07T08:38:23.493" v="44"/>
        <pc:sldMkLst>
          <pc:docMk/>
          <pc:sldMk cId="4159333918" sldId="441"/>
        </pc:sldMkLst>
      </pc:sldChg>
      <pc:sldChg chg="del">
        <pc:chgData name="Suraj Chopade" userId="S::suraj.chopade@bostoninstituteofanalytics.org::dcc44ee8-6a65-4538-a5e1-c87e14ca7a61" providerId="AD" clId="Web-{6014D375-978A-3D61-3F67-6AD4F1C1FE5A}" dt="2023-10-07T08:38:23.493" v="42"/>
        <pc:sldMkLst>
          <pc:docMk/>
          <pc:sldMk cId="1579541125" sldId="442"/>
        </pc:sldMkLst>
      </pc:sldChg>
      <pc:sldChg chg="del">
        <pc:chgData name="Suraj Chopade" userId="S::suraj.chopade@bostoninstituteofanalytics.org::dcc44ee8-6a65-4538-a5e1-c87e14ca7a61" providerId="AD" clId="Web-{6014D375-978A-3D61-3F67-6AD4F1C1FE5A}" dt="2023-10-07T08:38:23.493" v="41"/>
        <pc:sldMkLst>
          <pc:docMk/>
          <pc:sldMk cId="3168653105" sldId="443"/>
        </pc:sldMkLst>
      </pc:sldChg>
      <pc:sldChg chg="del">
        <pc:chgData name="Suraj Chopade" userId="S::suraj.chopade@bostoninstituteofanalytics.org::dcc44ee8-6a65-4538-a5e1-c87e14ca7a61" providerId="AD" clId="Web-{6014D375-978A-3D61-3F67-6AD4F1C1FE5A}" dt="2023-10-07T08:38:23.493" v="40"/>
        <pc:sldMkLst>
          <pc:docMk/>
          <pc:sldMk cId="1096674608" sldId="444"/>
        </pc:sldMkLst>
      </pc:sldChg>
      <pc:sldChg chg="del">
        <pc:chgData name="Suraj Chopade" userId="S::suraj.chopade@bostoninstituteofanalytics.org::dcc44ee8-6a65-4538-a5e1-c87e14ca7a61" providerId="AD" clId="Web-{6014D375-978A-3D61-3F67-6AD4F1C1FE5A}" dt="2023-10-07T08:38:23.493" v="39"/>
        <pc:sldMkLst>
          <pc:docMk/>
          <pc:sldMk cId="2576935323" sldId="445"/>
        </pc:sldMkLst>
      </pc:sldChg>
      <pc:sldChg chg="del">
        <pc:chgData name="Suraj Chopade" userId="S::suraj.chopade@bostoninstituteofanalytics.org::dcc44ee8-6a65-4538-a5e1-c87e14ca7a61" providerId="AD" clId="Web-{6014D375-978A-3D61-3F67-6AD4F1C1FE5A}" dt="2023-10-07T08:38:23.493" v="38"/>
        <pc:sldMkLst>
          <pc:docMk/>
          <pc:sldMk cId="1173246912" sldId="447"/>
        </pc:sldMkLst>
      </pc:sldChg>
      <pc:sldChg chg="del">
        <pc:chgData name="Suraj Chopade" userId="S::suraj.chopade@bostoninstituteofanalytics.org::dcc44ee8-6a65-4538-a5e1-c87e14ca7a61" providerId="AD" clId="Web-{6014D375-978A-3D61-3F67-6AD4F1C1FE5A}" dt="2023-10-07T08:38:23.493" v="37"/>
        <pc:sldMkLst>
          <pc:docMk/>
          <pc:sldMk cId="1067643113" sldId="448"/>
        </pc:sldMkLst>
      </pc:sldChg>
      <pc:sldChg chg="del">
        <pc:chgData name="Suraj Chopade" userId="S::suraj.chopade@bostoninstituteofanalytics.org::dcc44ee8-6a65-4538-a5e1-c87e14ca7a61" providerId="AD" clId="Web-{6014D375-978A-3D61-3F67-6AD4F1C1FE5A}" dt="2023-10-07T08:38:23.493" v="36"/>
        <pc:sldMkLst>
          <pc:docMk/>
          <pc:sldMk cId="1674932042" sldId="449"/>
        </pc:sldMkLst>
      </pc:sldChg>
      <pc:sldChg chg="del">
        <pc:chgData name="Suraj Chopade" userId="S::suraj.chopade@bostoninstituteofanalytics.org::dcc44ee8-6a65-4538-a5e1-c87e14ca7a61" providerId="AD" clId="Web-{6014D375-978A-3D61-3F67-6AD4F1C1FE5A}" dt="2023-10-07T08:38:23.493" v="35"/>
        <pc:sldMkLst>
          <pc:docMk/>
          <pc:sldMk cId="4206720302" sldId="450"/>
        </pc:sldMkLst>
      </pc:sldChg>
      <pc:sldChg chg="del">
        <pc:chgData name="Suraj Chopade" userId="S::suraj.chopade@bostoninstituteofanalytics.org::dcc44ee8-6a65-4538-a5e1-c87e14ca7a61" providerId="AD" clId="Web-{6014D375-978A-3D61-3F67-6AD4F1C1FE5A}" dt="2023-10-07T08:38:23.493" v="34"/>
        <pc:sldMkLst>
          <pc:docMk/>
          <pc:sldMk cId="323007175" sldId="451"/>
        </pc:sldMkLst>
      </pc:sldChg>
      <pc:sldChg chg="del">
        <pc:chgData name="Suraj Chopade" userId="S::suraj.chopade@bostoninstituteofanalytics.org::dcc44ee8-6a65-4538-a5e1-c87e14ca7a61" providerId="AD" clId="Web-{6014D375-978A-3D61-3F67-6AD4F1C1FE5A}" dt="2023-10-07T08:38:23.493" v="33"/>
        <pc:sldMkLst>
          <pc:docMk/>
          <pc:sldMk cId="1595534070" sldId="452"/>
        </pc:sldMkLst>
      </pc:sldChg>
      <pc:sldChg chg="del">
        <pc:chgData name="Suraj Chopade" userId="S::suraj.chopade@bostoninstituteofanalytics.org::dcc44ee8-6a65-4538-a5e1-c87e14ca7a61" providerId="AD" clId="Web-{6014D375-978A-3D61-3F67-6AD4F1C1FE5A}" dt="2023-10-07T08:38:23.477" v="32"/>
        <pc:sldMkLst>
          <pc:docMk/>
          <pc:sldMk cId="1591311205" sldId="453"/>
        </pc:sldMkLst>
      </pc:sldChg>
      <pc:sldChg chg="del">
        <pc:chgData name="Suraj Chopade" userId="S::suraj.chopade@bostoninstituteofanalytics.org::dcc44ee8-6a65-4538-a5e1-c87e14ca7a61" providerId="AD" clId="Web-{6014D375-978A-3D61-3F67-6AD4F1C1FE5A}" dt="2023-10-07T08:38:23.477" v="31"/>
        <pc:sldMkLst>
          <pc:docMk/>
          <pc:sldMk cId="2861796006" sldId="454"/>
        </pc:sldMkLst>
      </pc:sldChg>
      <pc:sldChg chg="del">
        <pc:chgData name="Suraj Chopade" userId="S::suraj.chopade@bostoninstituteofanalytics.org::dcc44ee8-6a65-4538-a5e1-c87e14ca7a61" providerId="AD" clId="Web-{6014D375-978A-3D61-3F67-6AD4F1C1FE5A}" dt="2023-10-07T08:38:23.477" v="30"/>
        <pc:sldMkLst>
          <pc:docMk/>
          <pc:sldMk cId="1858385530" sldId="455"/>
        </pc:sldMkLst>
      </pc:sldChg>
      <pc:sldChg chg="del">
        <pc:chgData name="Suraj Chopade" userId="S::suraj.chopade@bostoninstituteofanalytics.org::dcc44ee8-6a65-4538-a5e1-c87e14ca7a61" providerId="AD" clId="Web-{6014D375-978A-3D61-3F67-6AD4F1C1FE5A}" dt="2023-10-07T08:38:23.477" v="29"/>
        <pc:sldMkLst>
          <pc:docMk/>
          <pc:sldMk cId="1887600283" sldId="456"/>
        </pc:sldMkLst>
      </pc:sldChg>
      <pc:sldChg chg="del">
        <pc:chgData name="Suraj Chopade" userId="S::suraj.chopade@bostoninstituteofanalytics.org::dcc44ee8-6a65-4538-a5e1-c87e14ca7a61" providerId="AD" clId="Web-{6014D375-978A-3D61-3F67-6AD4F1C1FE5A}" dt="2023-10-07T08:38:23.477" v="28"/>
        <pc:sldMkLst>
          <pc:docMk/>
          <pc:sldMk cId="712815863" sldId="457"/>
        </pc:sldMkLst>
      </pc:sldChg>
      <pc:sldChg chg="del">
        <pc:chgData name="Suraj Chopade" userId="S::suraj.chopade@bostoninstituteofanalytics.org::dcc44ee8-6a65-4538-a5e1-c87e14ca7a61" providerId="AD" clId="Web-{6014D375-978A-3D61-3F67-6AD4F1C1FE5A}" dt="2023-10-07T08:38:23.477" v="27"/>
        <pc:sldMkLst>
          <pc:docMk/>
          <pc:sldMk cId="1830708" sldId="458"/>
        </pc:sldMkLst>
      </pc:sldChg>
      <pc:sldChg chg="del">
        <pc:chgData name="Suraj Chopade" userId="S::suraj.chopade@bostoninstituteofanalytics.org::dcc44ee8-6a65-4538-a5e1-c87e14ca7a61" providerId="AD" clId="Web-{6014D375-978A-3D61-3F67-6AD4F1C1FE5A}" dt="2023-10-07T08:38:23.477" v="26"/>
        <pc:sldMkLst>
          <pc:docMk/>
          <pc:sldMk cId="2059826743" sldId="460"/>
        </pc:sldMkLst>
      </pc:sldChg>
      <pc:sldChg chg="del">
        <pc:chgData name="Suraj Chopade" userId="S::suraj.chopade@bostoninstituteofanalytics.org::dcc44ee8-6a65-4538-a5e1-c87e14ca7a61" providerId="AD" clId="Web-{6014D375-978A-3D61-3F67-6AD4F1C1FE5A}" dt="2023-10-07T08:38:23.477" v="24"/>
        <pc:sldMkLst>
          <pc:docMk/>
          <pc:sldMk cId="702833047" sldId="461"/>
        </pc:sldMkLst>
      </pc:sldChg>
      <pc:sldChg chg="del">
        <pc:chgData name="Suraj Chopade" userId="S::suraj.chopade@bostoninstituteofanalytics.org::dcc44ee8-6a65-4538-a5e1-c87e14ca7a61" providerId="AD" clId="Web-{6014D375-978A-3D61-3F67-6AD4F1C1FE5A}" dt="2023-10-07T08:38:23.477" v="25"/>
        <pc:sldMkLst>
          <pc:docMk/>
          <pc:sldMk cId="4117235266" sldId="462"/>
        </pc:sldMkLst>
      </pc:sldChg>
      <pc:sldChg chg="del">
        <pc:chgData name="Suraj Chopade" userId="S::suraj.chopade@bostoninstituteofanalytics.org::dcc44ee8-6a65-4538-a5e1-c87e14ca7a61" providerId="AD" clId="Web-{6014D375-978A-3D61-3F67-6AD4F1C1FE5A}" dt="2023-10-07T08:38:23.477" v="23"/>
        <pc:sldMkLst>
          <pc:docMk/>
          <pc:sldMk cId="3850761227" sldId="463"/>
        </pc:sldMkLst>
      </pc:sldChg>
      <pc:sldChg chg="del">
        <pc:chgData name="Suraj Chopade" userId="S::suraj.chopade@bostoninstituteofanalytics.org::dcc44ee8-6a65-4538-a5e1-c87e14ca7a61" providerId="AD" clId="Web-{6014D375-978A-3D61-3F67-6AD4F1C1FE5A}" dt="2023-10-07T08:38:23.477" v="22"/>
        <pc:sldMkLst>
          <pc:docMk/>
          <pc:sldMk cId="835093248" sldId="464"/>
        </pc:sldMkLst>
      </pc:sldChg>
      <pc:sldChg chg="del">
        <pc:chgData name="Suraj Chopade" userId="S::suraj.chopade@bostoninstituteofanalytics.org::dcc44ee8-6a65-4538-a5e1-c87e14ca7a61" providerId="AD" clId="Web-{6014D375-978A-3D61-3F67-6AD4F1C1FE5A}" dt="2023-10-07T08:38:23.477" v="21"/>
        <pc:sldMkLst>
          <pc:docMk/>
          <pc:sldMk cId="1494545723" sldId="465"/>
        </pc:sldMkLst>
      </pc:sldChg>
      <pc:sldChg chg="del">
        <pc:chgData name="Suraj Chopade" userId="S::suraj.chopade@bostoninstituteofanalytics.org::dcc44ee8-6a65-4538-a5e1-c87e14ca7a61" providerId="AD" clId="Web-{6014D375-978A-3D61-3F67-6AD4F1C1FE5A}" dt="2023-10-07T08:38:23.477" v="20"/>
        <pc:sldMkLst>
          <pc:docMk/>
          <pc:sldMk cId="2989528000" sldId="466"/>
        </pc:sldMkLst>
      </pc:sldChg>
      <pc:sldChg chg="del">
        <pc:chgData name="Suraj Chopade" userId="S::suraj.chopade@bostoninstituteofanalytics.org::dcc44ee8-6a65-4538-a5e1-c87e14ca7a61" providerId="AD" clId="Web-{6014D375-978A-3D61-3F67-6AD4F1C1FE5A}" dt="2023-10-07T08:38:23.461" v="19"/>
        <pc:sldMkLst>
          <pc:docMk/>
          <pc:sldMk cId="2616984097" sldId="467"/>
        </pc:sldMkLst>
      </pc:sldChg>
      <pc:sldChg chg="del">
        <pc:chgData name="Suraj Chopade" userId="S::suraj.chopade@bostoninstituteofanalytics.org::dcc44ee8-6a65-4538-a5e1-c87e14ca7a61" providerId="AD" clId="Web-{6014D375-978A-3D61-3F67-6AD4F1C1FE5A}" dt="2023-10-07T08:38:23.461" v="17"/>
        <pc:sldMkLst>
          <pc:docMk/>
          <pc:sldMk cId="216333241" sldId="468"/>
        </pc:sldMkLst>
      </pc:sldChg>
      <pc:sldChg chg="del">
        <pc:chgData name="Suraj Chopade" userId="S::suraj.chopade@bostoninstituteofanalytics.org::dcc44ee8-6a65-4538-a5e1-c87e14ca7a61" providerId="AD" clId="Web-{6014D375-978A-3D61-3F67-6AD4F1C1FE5A}" dt="2023-10-07T08:38:23.461" v="18"/>
        <pc:sldMkLst>
          <pc:docMk/>
          <pc:sldMk cId="1610639289" sldId="469"/>
        </pc:sldMkLst>
      </pc:sldChg>
      <pc:sldChg chg="del">
        <pc:chgData name="Suraj Chopade" userId="S::suraj.chopade@bostoninstituteofanalytics.org::dcc44ee8-6a65-4538-a5e1-c87e14ca7a61" providerId="AD" clId="Web-{6014D375-978A-3D61-3F67-6AD4F1C1FE5A}" dt="2023-10-07T08:38:23.461" v="16"/>
        <pc:sldMkLst>
          <pc:docMk/>
          <pc:sldMk cId="1739691860" sldId="470"/>
        </pc:sldMkLst>
      </pc:sldChg>
      <pc:sldChg chg="del">
        <pc:chgData name="Suraj Chopade" userId="S::suraj.chopade@bostoninstituteofanalytics.org::dcc44ee8-6a65-4538-a5e1-c87e14ca7a61" providerId="AD" clId="Web-{6014D375-978A-3D61-3F67-6AD4F1C1FE5A}" dt="2023-10-07T08:38:23.461" v="15"/>
        <pc:sldMkLst>
          <pc:docMk/>
          <pc:sldMk cId="3125042556" sldId="471"/>
        </pc:sldMkLst>
      </pc:sldChg>
      <pc:sldChg chg="del">
        <pc:chgData name="Suraj Chopade" userId="S::suraj.chopade@bostoninstituteofanalytics.org::dcc44ee8-6a65-4538-a5e1-c87e14ca7a61" providerId="AD" clId="Web-{6014D375-978A-3D61-3F67-6AD4F1C1FE5A}" dt="2023-10-07T08:38:23.461" v="14"/>
        <pc:sldMkLst>
          <pc:docMk/>
          <pc:sldMk cId="153477659" sldId="472"/>
        </pc:sldMkLst>
      </pc:sldChg>
      <pc:sldChg chg="del">
        <pc:chgData name="Suraj Chopade" userId="S::suraj.chopade@bostoninstituteofanalytics.org::dcc44ee8-6a65-4538-a5e1-c87e14ca7a61" providerId="AD" clId="Web-{6014D375-978A-3D61-3F67-6AD4F1C1FE5A}" dt="2023-10-07T08:38:23.461" v="13"/>
        <pc:sldMkLst>
          <pc:docMk/>
          <pc:sldMk cId="3663966234" sldId="473"/>
        </pc:sldMkLst>
      </pc:sldChg>
      <pc:sldChg chg="del">
        <pc:chgData name="Suraj Chopade" userId="S::suraj.chopade@bostoninstituteofanalytics.org::dcc44ee8-6a65-4538-a5e1-c87e14ca7a61" providerId="AD" clId="Web-{6014D375-978A-3D61-3F67-6AD4F1C1FE5A}" dt="2023-10-07T08:38:23.461" v="12"/>
        <pc:sldMkLst>
          <pc:docMk/>
          <pc:sldMk cId="2092177511" sldId="474"/>
        </pc:sldMkLst>
      </pc:sldChg>
      <pc:sldChg chg="del">
        <pc:chgData name="Suraj Chopade" userId="S::suraj.chopade@bostoninstituteofanalytics.org::dcc44ee8-6a65-4538-a5e1-c87e14ca7a61" providerId="AD" clId="Web-{6014D375-978A-3D61-3F67-6AD4F1C1FE5A}" dt="2023-10-07T08:38:23.461" v="11"/>
        <pc:sldMkLst>
          <pc:docMk/>
          <pc:sldMk cId="3546852592" sldId="475"/>
        </pc:sldMkLst>
      </pc:sldChg>
      <pc:sldChg chg="del">
        <pc:chgData name="Suraj Chopade" userId="S::suraj.chopade@bostoninstituteofanalytics.org::dcc44ee8-6a65-4538-a5e1-c87e14ca7a61" providerId="AD" clId="Web-{6014D375-978A-3D61-3F67-6AD4F1C1FE5A}" dt="2023-10-07T08:38:23.461" v="10"/>
        <pc:sldMkLst>
          <pc:docMk/>
          <pc:sldMk cId="424723153" sldId="476"/>
        </pc:sldMkLst>
      </pc:sldChg>
      <pc:sldChg chg="del">
        <pc:chgData name="Suraj Chopade" userId="S::suraj.chopade@bostoninstituteofanalytics.org::dcc44ee8-6a65-4538-a5e1-c87e14ca7a61" providerId="AD" clId="Web-{6014D375-978A-3D61-3F67-6AD4F1C1FE5A}" dt="2023-10-07T08:38:23.461" v="9"/>
        <pc:sldMkLst>
          <pc:docMk/>
          <pc:sldMk cId="1108611396" sldId="477"/>
        </pc:sldMkLst>
      </pc:sldChg>
      <pc:sldChg chg="del">
        <pc:chgData name="Suraj Chopade" userId="S::suraj.chopade@bostoninstituteofanalytics.org::dcc44ee8-6a65-4538-a5e1-c87e14ca7a61" providerId="AD" clId="Web-{6014D375-978A-3D61-3F67-6AD4F1C1FE5A}" dt="2023-10-07T08:38:23.446" v="8"/>
        <pc:sldMkLst>
          <pc:docMk/>
          <pc:sldMk cId="4263391213" sldId="478"/>
        </pc:sldMkLst>
      </pc:sldChg>
      <pc:sldChg chg="del">
        <pc:chgData name="Suraj Chopade" userId="S::suraj.chopade@bostoninstituteofanalytics.org::dcc44ee8-6a65-4538-a5e1-c87e14ca7a61" providerId="AD" clId="Web-{6014D375-978A-3D61-3F67-6AD4F1C1FE5A}" dt="2023-10-07T08:38:23.446" v="7"/>
        <pc:sldMkLst>
          <pc:docMk/>
          <pc:sldMk cId="714322308" sldId="479"/>
        </pc:sldMkLst>
      </pc:sldChg>
      <pc:sldChg chg="del">
        <pc:chgData name="Suraj Chopade" userId="S::suraj.chopade@bostoninstituteofanalytics.org::dcc44ee8-6a65-4538-a5e1-c87e14ca7a61" providerId="AD" clId="Web-{6014D375-978A-3D61-3F67-6AD4F1C1FE5A}" dt="2023-10-07T08:38:23.446" v="6"/>
        <pc:sldMkLst>
          <pc:docMk/>
          <pc:sldMk cId="610523756" sldId="480"/>
        </pc:sldMkLst>
      </pc:sldChg>
      <pc:sldChg chg="del">
        <pc:chgData name="Suraj Chopade" userId="S::suraj.chopade@bostoninstituteofanalytics.org::dcc44ee8-6a65-4538-a5e1-c87e14ca7a61" providerId="AD" clId="Web-{6014D375-978A-3D61-3F67-6AD4F1C1FE5A}" dt="2023-10-07T08:38:23.446" v="5"/>
        <pc:sldMkLst>
          <pc:docMk/>
          <pc:sldMk cId="1606824909" sldId="481"/>
        </pc:sldMkLst>
      </pc:sldChg>
      <pc:sldChg chg="del">
        <pc:chgData name="Suraj Chopade" userId="S::suraj.chopade@bostoninstituteofanalytics.org::dcc44ee8-6a65-4538-a5e1-c87e14ca7a61" providerId="AD" clId="Web-{6014D375-978A-3D61-3F67-6AD4F1C1FE5A}" dt="2023-10-07T08:38:23.446" v="4"/>
        <pc:sldMkLst>
          <pc:docMk/>
          <pc:sldMk cId="3717048252" sldId="482"/>
        </pc:sldMkLst>
      </pc:sldChg>
      <pc:sldChg chg="del">
        <pc:chgData name="Suraj Chopade" userId="S::suraj.chopade@bostoninstituteofanalytics.org::dcc44ee8-6a65-4538-a5e1-c87e14ca7a61" providerId="AD" clId="Web-{6014D375-978A-3D61-3F67-6AD4F1C1FE5A}" dt="2023-10-07T08:38:23.446" v="3"/>
        <pc:sldMkLst>
          <pc:docMk/>
          <pc:sldMk cId="2884690960" sldId="483"/>
        </pc:sldMkLst>
      </pc:sldChg>
      <pc:sldChg chg="modSp add">
        <pc:chgData name="Suraj Chopade" userId="S::suraj.chopade@bostoninstituteofanalytics.org::dcc44ee8-6a65-4538-a5e1-c87e14ca7a61" providerId="AD" clId="Web-{6014D375-978A-3D61-3F67-6AD4F1C1FE5A}" dt="2023-10-07T08:47:01.949" v="321" actId="1076"/>
        <pc:sldMkLst>
          <pc:docMk/>
          <pc:sldMk cId="4076578880" sldId="484"/>
        </pc:sldMkLst>
      </pc:sldChg>
      <pc:sldChg chg="addSp delSp modSp add">
        <pc:chgData name="Suraj Chopade" userId="S::suraj.chopade@bostoninstituteofanalytics.org::dcc44ee8-6a65-4538-a5e1-c87e14ca7a61" providerId="AD" clId="Web-{6014D375-978A-3D61-3F67-6AD4F1C1FE5A}" dt="2023-10-07T08:44:17.021" v="277" actId="1076"/>
        <pc:sldMkLst>
          <pc:docMk/>
          <pc:sldMk cId="3582198988" sldId="485"/>
        </pc:sldMkLst>
      </pc:sldChg>
      <pc:sldChg chg="add">
        <pc:chgData name="Suraj Chopade" userId="S::suraj.chopade@bostoninstituteofanalytics.org::dcc44ee8-6a65-4538-a5e1-c87e14ca7a61" providerId="AD" clId="Web-{6014D375-978A-3D61-3F67-6AD4F1C1FE5A}" dt="2023-10-07T08:38:08.179" v="2"/>
        <pc:sldMkLst>
          <pc:docMk/>
          <pc:sldMk cId="3025139516" sldId="486"/>
        </pc:sldMkLst>
      </pc:sldChg>
      <pc:sldChg chg="delSp modSp add replId">
        <pc:chgData name="Suraj Chopade" userId="S::suraj.chopade@bostoninstituteofanalytics.org::dcc44ee8-6a65-4538-a5e1-c87e14ca7a61" providerId="AD" clId="Web-{6014D375-978A-3D61-3F67-6AD4F1C1FE5A}" dt="2023-10-07T09:02:30.410" v="391" actId="1076"/>
        <pc:sldMkLst>
          <pc:docMk/>
          <pc:sldMk cId="170298293" sldId="487"/>
        </pc:sldMkLst>
      </pc:sldChg>
      <pc:sldChg chg="modSp add replId">
        <pc:chgData name="Suraj Chopade" userId="S::suraj.chopade@bostoninstituteofanalytics.org::dcc44ee8-6a65-4538-a5e1-c87e14ca7a61" providerId="AD" clId="Web-{6014D375-978A-3D61-3F67-6AD4F1C1FE5A}" dt="2023-10-07T09:05:03.994" v="434" actId="1076"/>
        <pc:sldMkLst>
          <pc:docMk/>
          <pc:sldMk cId="2393680182" sldId="488"/>
        </pc:sldMkLst>
      </pc:sldChg>
      <pc:sldChg chg="addSp modSp add replId">
        <pc:chgData name="Suraj Chopade" userId="S::suraj.chopade@bostoninstituteofanalytics.org::dcc44ee8-6a65-4538-a5e1-c87e14ca7a61" providerId="AD" clId="Web-{6014D375-978A-3D61-3F67-6AD4F1C1FE5A}" dt="2023-10-07T09:27:25.726" v="443" actId="1076"/>
        <pc:sldMkLst>
          <pc:docMk/>
          <pc:sldMk cId="1794145806" sldId="489"/>
        </pc:sldMkLst>
      </pc:sldChg>
      <pc:sldChg chg="addSp delSp modSp add ord replId">
        <pc:chgData name="Suraj Chopade" userId="S::suraj.chopade@bostoninstituteofanalytics.org::dcc44ee8-6a65-4538-a5e1-c87e14ca7a61" providerId="AD" clId="Web-{6014D375-978A-3D61-3F67-6AD4F1C1FE5A}" dt="2023-10-07T09:44:14.794" v="609" actId="20577"/>
        <pc:sldMkLst>
          <pc:docMk/>
          <pc:sldMk cId="1281757821" sldId="490"/>
        </pc:sldMkLst>
      </pc:sldChg>
      <pc:sldChg chg="modSp add ord replId">
        <pc:chgData name="Suraj Chopade" userId="S::suraj.chopade@bostoninstituteofanalytics.org::dcc44ee8-6a65-4538-a5e1-c87e14ca7a61" providerId="AD" clId="Web-{6014D375-978A-3D61-3F67-6AD4F1C1FE5A}" dt="2023-10-07T09:39:23.580" v="559" actId="20577"/>
        <pc:sldMkLst>
          <pc:docMk/>
          <pc:sldMk cId="3802794363" sldId="491"/>
        </pc:sldMkLst>
      </pc:sldChg>
      <pc:sldChg chg="modSp add ord replId">
        <pc:chgData name="Suraj Chopade" userId="S::suraj.chopade@bostoninstituteofanalytics.org::dcc44ee8-6a65-4538-a5e1-c87e14ca7a61" providerId="AD" clId="Web-{6014D375-978A-3D61-3F67-6AD4F1C1FE5A}" dt="2023-10-07T09:44:31.982" v="610"/>
        <pc:sldMkLst>
          <pc:docMk/>
          <pc:sldMk cId="15428375" sldId="492"/>
        </pc:sldMkLst>
      </pc:sldChg>
      <pc:sldChg chg="addSp delSp modSp add replId">
        <pc:chgData name="Suraj Chopade" userId="S::suraj.chopade@bostoninstituteofanalytics.org::dcc44ee8-6a65-4538-a5e1-c87e14ca7a61" providerId="AD" clId="Web-{6014D375-978A-3D61-3F67-6AD4F1C1FE5A}" dt="2023-10-07T10:15:53.738" v="716" actId="1076"/>
        <pc:sldMkLst>
          <pc:docMk/>
          <pc:sldMk cId="2447148602" sldId="493"/>
        </pc:sldMkLst>
      </pc:sldChg>
      <pc:sldChg chg="add del replId">
        <pc:chgData name="Suraj Chopade" userId="S::suraj.chopade@bostoninstituteofanalytics.org::dcc44ee8-6a65-4538-a5e1-c87e14ca7a61" providerId="AD" clId="Web-{6014D375-978A-3D61-3F67-6AD4F1C1FE5A}" dt="2023-10-07T09:40:27.801" v="568"/>
        <pc:sldMkLst>
          <pc:docMk/>
          <pc:sldMk cId="4057172013" sldId="493"/>
        </pc:sldMkLst>
      </pc:sldChg>
      <pc:sldChg chg="addSp delSp modSp add replId">
        <pc:chgData name="Suraj Chopade" userId="S::suraj.chopade@bostoninstituteofanalytics.org::dcc44ee8-6a65-4538-a5e1-c87e14ca7a61" providerId="AD" clId="Web-{6014D375-978A-3D61-3F67-6AD4F1C1FE5A}" dt="2023-10-07T10:26:33.636" v="781" actId="1076"/>
        <pc:sldMkLst>
          <pc:docMk/>
          <pc:sldMk cId="3592800487" sldId="494"/>
        </pc:sldMkLst>
      </pc:sldChg>
      <pc:sldChg chg="add replId">
        <pc:chgData name="Suraj Chopade" userId="S::suraj.chopade@bostoninstituteofanalytics.org::dcc44ee8-6a65-4538-a5e1-c87e14ca7a61" providerId="AD" clId="Web-{6014D375-978A-3D61-3F67-6AD4F1C1FE5A}" dt="2023-10-07T10:17:06.021" v="717"/>
        <pc:sldMkLst>
          <pc:docMk/>
          <pc:sldMk cId="3469038299" sldId="495"/>
        </pc:sldMkLst>
      </pc:sldChg>
      <pc:sldChg chg="modSp add ord replId modNotes">
        <pc:chgData name="Suraj Chopade" userId="S::suraj.chopade@bostoninstituteofanalytics.org::dcc44ee8-6a65-4538-a5e1-c87e14ca7a61" providerId="AD" clId="Web-{6014D375-978A-3D61-3F67-6AD4F1C1FE5A}" dt="2023-10-07T11:30:27.996" v="972"/>
        <pc:sldMkLst>
          <pc:docMk/>
          <pc:sldMk cId="3658381137" sldId="496"/>
        </pc:sldMkLst>
      </pc:sldChg>
      <pc:sldChg chg="addSp modSp add replId modNotes">
        <pc:chgData name="Suraj Chopade" userId="S::suraj.chopade@bostoninstituteofanalytics.org::dcc44ee8-6a65-4538-a5e1-c87e14ca7a61" providerId="AD" clId="Web-{6014D375-978A-3D61-3F67-6AD4F1C1FE5A}" dt="2023-10-07T12:03:53.026" v="1164"/>
        <pc:sldMkLst>
          <pc:docMk/>
          <pc:sldMk cId="2004310942" sldId="497"/>
        </pc:sldMkLst>
      </pc:sldChg>
      <pc:sldChg chg="add del replId">
        <pc:chgData name="Suraj Chopade" userId="S::suraj.chopade@bostoninstituteofanalytics.org::dcc44ee8-6a65-4538-a5e1-c87e14ca7a61" providerId="AD" clId="Web-{6014D375-978A-3D61-3F67-6AD4F1C1FE5A}" dt="2023-10-07T10:45:44.938" v="793"/>
        <pc:sldMkLst>
          <pc:docMk/>
          <pc:sldMk cId="2005875983" sldId="497"/>
        </pc:sldMkLst>
      </pc:sldChg>
      <pc:sldChg chg="modSp add ord replId modNotes">
        <pc:chgData name="Suraj Chopade" userId="S::suraj.chopade@bostoninstituteofanalytics.org::dcc44ee8-6a65-4538-a5e1-c87e14ca7a61" providerId="AD" clId="Web-{6014D375-978A-3D61-3F67-6AD4F1C1FE5A}" dt="2023-10-07T12:03:56.354" v="1166"/>
        <pc:sldMkLst>
          <pc:docMk/>
          <pc:sldMk cId="988374458" sldId="498"/>
        </pc:sldMkLst>
      </pc:sldChg>
      <pc:sldChg chg="modSp add replId">
        <pc:chgData name="Suraj Chopade" userId="S::suraj.chopade@bostoninstituteofanalytics.org::dcc44ee8-6a65-4538-a5e1-c87e14ca7a61" providerId="AD" clId="Web-{6014D375-978A-3D61-3F67-6AD4F1C1FE5A}" dt="2023-10-07T11:41:11.884" v="1117" actId="20577"/>
        <pc:sldMkLst>
          <pc:docMk/>
          <pc:sldMk cId="578900116" sldId="499"/>
        </pc:sldMkLst>
      </pc:sldChg>
      <pc:sldChg chg="modSp add replId modNotes">
        <pc:chgData name="Suraj Chopade" userId="S::suraj.chopade@bostoninstituteofanalytics.org::dcc44ee8-6a65-4538-a5e1-c87e14ca7a61" providerId="AD" clId="Web-{6014D375-978A-3D61-3F67-6AD4F1C1FE5A}" dt="2023-10-07T12:03:11.384" v="1156"/>
        <pc:sldMkLst>
          <pc:docMk/>
          <pc:sldMk cId="1360406204" sldId="500"/>
        </pc:sldMkLst>
      </pc:sldChg>
      <pc:sldChg chg="addSp delSp modSp add replId modNotes">
        <pc:chgData name="Suraj Chopade" userId="S::suraj.chopade@bostoninstituteofanalytics.org::dcc44ee8-6a65-4538-a5e1-c87e14ca7a61" providerId="AD" clId="Web-{6014D375-978A-3D61-3F67-6AD4F1C1FE5A}" dt="2023-10-07T12:03:07.712" v="1155"/>
        <pc:sldMkLst>
          <pc:docMk/>
          <pc:sldMk cId="518322288" sldId="501"/>
        </pc:sldMkLst>
      </pc:sldChg>
      <pc:sldChg chg="modSp add replId modNotes">
        <pc:chgData name="Suraj Chopade" userId="S::suraj.chopade@bostoninstituteofanalytics.org::dcc44ee8-6a65-4538-a5e1-c87e14ca7a61" providerId="AD" clId="Web-{6014D375-978A-3D61-3F67-6AD4F1C1FE5A}" dt="2023-10-07T12:03:03.915" v="1154"/>
        <pc:sldMkLst>
          <pc:docMk/>
          <pc:sldMk cId="2194005509" sldId="502"/>
        </pc:sldMkLst>
      </pc:sldChg>
      <pc:sldChg chg="modSp add replId">
        <pc:chgData name="Suraj Chopade" userId="S::suraj.chopade@bostoninstituteofanalytics.org::dcc44ee8-6a65-4538-a5e1-c87e14ca7a61" providerId="AD" clId="Web-{6014D375-978A-3D61-3F67-6AD4F1C1FE5A}" dt="2023-10-07T12:25:30.205" v="1180" actId="20577"/>
        <pc:sldMkLst>
          <pc:docMk/>
          <pc:sldMk cId="1122122428" sldId="503"/>
        </pc:sldMkLst>
      </pc:sldChg>
    </pc:docChg>
  </pc:docChgLst>
  <pc:docChgLst>
    <pc:chgData name="Suraj Chopade" userId="S::suraj.chopade@bostoninstituteofanalytics.org::dcc44ee8-6a65-4538-a5e1-c87e14ca7a61" providerId="AD" clId="Web-{9461D074-1CD4-7D5E-CEA2-63DB3B209737}"/>
    <pc:docChg chg="modSld">
      <pc:chgData name="Suraj Chopade" userId="S::suraj.chopade@bostoninstituteofanalytics.org::dcc44ee8-6a65-4538-a5e1-c87e14ca7a61" providerId="AD" clId="Web-{9461D074-1CD4-7D5E-CEA2-63DB3B209737}" dt="2023-10-09T05:59:41.153" v="1" actId="1076"/>
      <pc:docMkLst>
        <pc:docMk/>
      </pc:docMkLst>
      <pc:sldChg chg="modSp">
        <pc:chgData name="Suraj Chopade" userId="S::suraj.chopade@bostoninstituteofanalytics.org::dcc44ee8-6a65-4538-a5e1-c87e14ca7a61" providerId="AD" clId="Web-{9461D074-1CD4-7D5E-CEA2-63DB3B209737}" dt="2023-10-09T05:59:41.153" v="1" actId="1076"/>
        <pc:sldMkLst>
          <pc:docMk/>
          <pc:sldMk cId="1726830" sldId="314"/>
        </pc:sldMkLst>
      </pc:sldChg>
    </pc:docChg>
  </pc:docChgLst>
  <pc:docChgLst>
    <pc:chgData name="Suraj Chopade" userId="S::suraj.chopade@bostoninstituteofanalytics.org::dcc44ee8-6a65-4538-a5e1-c87e14ca7a61" providerId="AD" clId="Web-{D1D29C2E-2536-FA13-912C-2C793DACC66C}"/>
    <pc:docChg chg="addSld">
      <pc:chgData name="Suraj Chopade" userId="S::suraj.chopade@bostoninstituteofanalytics.org::dcc44ee8-6a65-4538-a5e1-c87e14ca7a61" providerId="AD" clId="Web-{D1D29C2E-2536-FA13-912C-2C793DACC66C}" dt="2024-07-16T07:42:57.686" v="0"/>
      <pc:docMkLst>
        <pc:docMk/>
      </pc:docMkLst>
      <pc:sldChg chg="add">
        <pc:chgData name="Suraj Chopade" userId="S::suraj.chopade@bostoninstituteofanalytics.org::dcc44ee8-6a65-4538-a5e1-c87e14ca7a61" providerId="AD" clId="Web-{D1D29C2E-2536-FA13-912C-2C793DACC66C}" dt="2024-07-16T07:42:57.686" v="0"/>
        <pc:sldMkLst>
          <pc:docMk/>
          <pc:sldMk cId="228880180" sldId="566"/>
        </pc:sldMkLst>
      </pc:sldChg>
    </pc:docChg>
  </pc:docChgLst>
  <pc:docChgLst>
    <pc:chgData name="Suraj Chopade" userId="S::suraj.chopade@bostoninstituteofanalytics.org::dcc44ee8-6a65-4538-a5e1-c87e14ca7a61" providerId="AD" clId="Web-{65AAD561-CDAA-5BAC-CA6E-ACD9F36B29A7}"/>
    <pc:docChg chg="addSld delSld modSld">
      <pc:chgData name="Suraj Chopade" userId="S::suraj.chopade@bostoninstituteofanalytics.org::dcc44ee8-6a65-4538-a5e1-c87e14ca7a61" providerId="AD" clId="Web-{65AAD561-CDAA-5BAC-CA6E-ACD9F36B29A7}" dt="2023-10-05T13:57:47.433" v="121"/>
      <pc:docMkLst>
        <pc:docMk/>
      </pc:docMkLst>
      <pc:sldChg chg="del">
        <pc:chgData name="Suraj Chopade" userId="S::suraj.chopade@bostoninstituteofanalytics.org::dcc44ee8-6a65-4538-a5e1-c87e14ca7a61" providerId="AD" clId="Web-{65AAD561-CDAA-5BAC-CA6E-ACD9F36B29A7}" dt="2023-10-05T13:57:47.433" v="121"/>
        <pc:sldMkLst>
          <pc:docMk/>
          <pc:sldMk cId="3709622772" sldId="342"/>
        </pc:sldMkLst>
      </pc:sldChg>
      <pc:sldChg chg="del">
        <pc:chgData name="Suraj Chopade" userId="S::suraj.chopade@bostoninstituteofanalytics.org::dcc44ee8-6a65-4538-a5e1-c87e14ca7a61" providerId="AD" clId="Web-{65AAD561-CDAA-5BAC-CA6E-ACD9F36B29A7}" dt="2023-10-05T13:57:47.433" v="120"/>
        <pc:sldMkLst>
          <pc:docMk/>
          <pc:sldMk cId="689801169" sldId="368"/>
        </pc:sldMkLst>
      </pc:sldChg>
      <pc:sldChg chg="del">
        <pc:chgData name="Suraj Chopade" userId="S::suraj.chopade@bostoninstituteofanalytics.org::dcc44ee8-6a65-4538-a5e1-c87e14ca7a61" providerId="AD" clId="Web-{65AAD561-CDAA-5BAC-CA6E-ACD9F36B29A7}" dt="2023-10-05T13:57:47.433" v="116"/>
        <pc:sldMkLst>
          <pc:docMk/>
          <pc:sldMk cId="3124109817" sldId="369"/>
        </pc:sldMkLst>
      </pc:sldChg>
      <pc:sldChg chg="del">
        <pc:chgData name="Suraj Chopade" userId="S::suraj.chopade@bostoninstituteofanalytics.org::dcc44ee8-6a65-4538-a5e1-c87e14ca7a61" providerId="AD" clId="Web-{65AAD561-CDAA-5BAC-CA6E-ACD9F36B29A7}" dt="2023-10-05T13:57:47.433" v="119"/>
        <pc:sldMkLst>
          <pc:docMk/>
          <pc:sldMk cId="1103663131" sldId="382"/>
        </pc:sldMkLst>
      </pc:sldChg>
      <pc:sldChg chg="del">
        <pc:chgData name="Suraj Chopade" userId="S::suraj.chopade@bostoninstituteofanalytics.org::dcc44ee8-6a65-4538-a5e1-c87e14ca7a61" providerId="AD" clId="Web-{65AAD561-CDAA-5BAC-CA6E-ACD9F36B29A7}" dt="2023-10-05T13:57:47.433" v="118"/>
        <pc:sldMkLst>
          <pc:docMk/>
          <pc:sldMk cId="2799059165" sldId="383"/>
        </pc:sldMkLst>
      </pc:sldChg>
      <pc:sldChg chg="del">
        <pc:chgData name="Suraj Chopade" userId="S::suraj.chopade@bostoninstituteofanalytics.org::dcc44ee8-6a65-4538-a5e1-c87e14ca7a61" providerId="AD" clId="Web-{65AAD561-CDAA-5BAC-CA6E-ACD9F36B29A7}" dt="2023-10-05T13:57:47.433" v="117"/>
        <pc:sldMkLst>
          <pc:docMk/>
          <pc:sldMk cId="165832031" sldId="384"/>
        </pc:sldMkLst>
      </pc:sldChg>
      <pc:sldChg chg="del">
        <pc:chgData name="Suraj Chopade" userId="S::suraj.chopade@bostoninstituteofanalytics.org::dcc44ee8-6a65-4538-a5e1-c87e14ca7a61" providerId="AD" clId="Web-{65AAD561-CDAA-5BAC-CA6E-ACD9F36B29A7}" dt="2023-10-05T13:57:47.433" v="115"/>
        <pc:sldMkLst>
          <pc:docMk/>
          <pc:sldMk cId="222107579" sldId="385"/>
        </pc:sldMkLst>
      </pc:sldChg>
      <pc:sldChg chg="del">
        <pc:chgData name="Suraj Chopade" userId="S::suraj.chopade@bostoninstituteofanalytics.org::dcc44ee8-6a65-4538-a5e1-c87e14ca7a61" providerId="AD" clId="Web-{65AAD561-CDAA-5BAC-CA6E-ACD9F36B29A7}" dt="2023-10-05T13:57:47.433" v="114"/>
        <pc:sldMkLst>
          <pc:docMk/>
          <pc:sldMk cId="2952883151" sldId="386"/>
        </pc:sldMkLst>
      </pc:sldChg>
      <pc:sldChg chg="del">
        <pc:chgData name="Suraj Chopade" userId="S::suraj.chopade@bostoninstituteofanalytics.org::dcc44ee8-6a65-4538-a5e1-c87e14ca7a61" providerId="AD" clId="Web-{65AAD561-CDAA-5BAC-CA6E-ACD9F36B29A7}" dt="2023-10-05T13:57:47.433" v="113"/>
        <pc:sldMkLst>
          <pc:docMk/>
          <pc:sldMk cId="2701252450" sldId="387"/>
        </pc:sldMkLst>
      </pc:sldChg>
      <pc:sldChg chg="del">
        <pc:chgData name="Suraj Chopade" userId="S::suraj.chopade@bostoninstituteofanalytics.org::dcc44ee8-6a65-4538-a5e1-c87e14ca7a61" providerId="AD" clId="Web-{65AAD561-CDAA-5BAC-CA6E-ACD9F36B29A7}" dt="2023-10-05T13:57:47.433" v="112"/>
        <pc:sldMkLst>
          <pc:docMk/>
          <pc:sldMk cId="3405936032" sldId="388"/>
        </pc:sldMkLst>
      </pc:sldChg>
      <pc:sldChg chg="del">
        <pc:chgData name="Suraj Chopade" userId="S::suraj.chopade@bostoninstituteofanalytics.org::dcc44ee8-6a65-4538-a5e1-c87e14ca7a61" providerId="AD" clId="Web-{65AAD561-CDAA-5BAC-CA6E-ACD9F36B29A7}" dt="2023-10-05T13:57:47.433" v="111"/>
        <pc:sldMkLst>
          <pc:docMk/>
          <pc:sldMk cId="747390422" sldId="389"/>
        </pc:sldMkLst>
      </pc:sldChg>
      <pc:sldChg chg="del">
        <pc:chgData name="Suraj Chopade" userId="S::suraj.chopade@bostoninstituteofanalytics.org::dcc44ee8-6a65-4538-a5e1-c87e14ca7a61" providerId="AD" clId="Web-{65AAD561-CDAA-5BAC-CA6E-ACD9F36B29A7}" dt="2023-10-05T13:57:47.433" v="110"/>
        <pc:sldMkLst>
          <pc:docMk/>
          <pc:sldMk cId="173516813" sldId="390"/>
        </pc:sldMkLst>
      </pc:sldChg>
      <pc:sldChg chg="del">
        <pc:chgData name="Suraj Chopade" userId="S::suraj.chopade@bostoninstituteofanalytics.org::dcc44ee8-6a65-4538-a5e1-c87e14ca7a61" providerId="AD" clId="Web-{65AAD561-CDAA-5BAC-CA6E-ACD9F36B29A7}" dt="2023-10-05T13:57:47.433" v="109"/>
        <pc:sldMkLst>
          <pc:docMk/>
          <pc:sldMk cId="4231229480" sldId="391"/>
        </pc:sldMkLst>
      </pc:sldChg>
      <pc:sldChg chg="del">
        <pc:chgData name="Suraj Chopade" userId="S::suraj.chopade@bostoninstituteofanalytics.org::dcc44ee8-6a65-4538-a5e1-c87e14ca7a61" providerId="AD" clId="Web-{65AAD561-CDAA-5BAC-CA6E-ACD9F36B29A7}" dt="2023-10-05T13:57:47.417" v="108"/>
        <pc:sldMkLst>
          <pc:docMk/>
          <pc:sldMk cId="3596187884" sldId="392"/>
        </pc:sldMkLst>
      </pc:sldChg>
      <pc:sldChg chg="del">
        <pc:chgData name="Suraj Chopade" userId="S::suraj.chopade@bostoninstituteofanalytics.org::dcc44ee8-6a65-4538-a5e1-c87e14ca7a61" providerId="AD" clId="Web-{65AAD561-CDAA-5BAC-CA6E-ACD9F36B29A7}" dt="2023-10-05T13:57:47.417" v="107"/>
        <pc:sldMkLst>
          <pc:docMk/>
          <pc:sldMk cId="898489146" sldId="393"/>
        </pc:sldMkLst>
      </pc:sldChg>
      <pc:sldChg chg="del">
        <pc:chgData name="Suraj Chopade" userId="S::suraj.chopade@bostoninstituteofanalytics.org::dcc44ee8-6a65-4538-a5e1-c87e14ca7a61" providerId="AD" clId="Web-{65AAD561-CDAA-5BAC-CA6E-ACD9F36B29A7}" dt="2023-10-05T13:57:47.417" v="106"/>
        <pc:sldMkLst>
          <pc:docMk/>
          <pc:sldMk cId="86814376" sldId="394"/>
        </pc:sldMkLst>
      </pc:sldChg>
      <pc:sldChg chg="del">
        <pc:chgData name="Suraj Chopade" userId="S::suraj.chopade@bostoninstituteofanalytics.org::dcc44ee8-6a65-4538-a5e1-c87e14ca7a61" providerId="AD" clId="Web-{65AAD561-CDAA-5BAC-CA6E-ACD9F36B29A7}" dt="2023-10-05T13:57:47.417" v="105"/>
        <pc:sldMkLst>
          <pc:docMk/>
          <pc:sldMk cId="2925930174" sldId="395"/>
        </pc:sldMkLst>
      </pc:sldChg>
      <pc:sldChg chg="del">
        <pc:chgData name="Suraj Chopade" userId="S::suraj.chopade@bostoninstituteofanalytics.org::dcc44ee8-6a65-4538-a5e1-c87e14ca7a61" providerId="AD" clId="Web-{65AAD561-CDAA-5BAC-CA6E-ACD9F36B29A7}" dt="2023-10-05T13:57:47.417" v="104"/>
        <pc:sldMkLst>
          <pc:docMk/>
          <pc:sldMk cId="2059959513" sldId="396"/>
        </pc:sldMkLst>
      </pc:sldChg>
      <pc:sldChg chg="del">
        <pc:chgData name="Suraj Chopade" userId="S::suraj.chopade@bostoninstituteofanalytics.org::dcc44ee8-6a65-4538-a5e1-c87e14ca7a61" providerId="AD" clId="Web-{65AAD561-CDAA-5BAC-CA6E-ACD9F36B29A7}" dt="2023-10-05T13:57:47.417" v="103"/>
        <pc:sldMkLst>
          <pc:docMk/>
          <pc:sldMk cId="1193029658" sldId="397"/>
        </pc:sldMkLst>
      </pc:sldChg>
      <pc:sldChg chg="del">
        <pc:chgData name="Suraj Chopade" userId="S::suraj.chopade@bostoninstituteofanalytics.org::dcc44ee8-6a65-4538-a5e1-c87e14ca7a61" providerId="AD" clId="Web-{65AAD561-CDAA-5BAC-CA6E-ACD9F36B29A7}" dt="2023-10-05T13:57:47.417" v="102"/>
        <pc:sldMkLst>
          <pc:docMk/>
          <pc:sldMk cId="3115399295" sldId="398"/>
        </pc:sldMkLst>
      </pc:sldChg>
      <pc:sldChg chg="del">
        <pc:chgData name="Suraj Chopade" userId="S::suraj.chopade@bostoninstituteofanalytics.org::dcc44ee8-6a65-4538-a5e1-c87e14ca7a61" providerId="AD" clId="Web-{65AAD561-CDAA-5BAC-CA6E-ACD9F36B29A7}" dt="2023-10-05T13:57:47.417" v="101"/>
        <pc:sldMkLst>
          <pc:docMk/>
          <pc:sldMk cId="161746561" sldId="399"/>
        </pc:sldMkLst>
      </pc:sldChg>
      <pc:sldChg chg="del">
        <pc:chgData name="Suraj Chopade" userId="S::suraj.chopade@bostoninstituteofanalytics.org::dcc44ee8-6a65-4538-a5e1-c87e14ca7a61" providerId="AD" clId="Web-{65AAD561-CDAA-5BAC-CA6E-ACD9F36B29A7}" dt="2023-10-05T13:57:47.417" v="100"/>
        <pc:sldMkLst>
          <pc:docMk/>
          <pc:sldMk cId="4194027808" sldId="400"/>
        </pc:sldMkLst>
      </pc:sldChg>
      <pc:sldChg chg="del">
        <pc:chgData name="Suraj Chopade" userId="S::suraj.chopade@bostoninstituteofanalytics.org::dcc44ee8-6a65-4538-a5e1-c87e14ca7a61" providerId="AD" clId="Web-{65AAD561-CDAA-5BAC-CA6E-ACD9F36B29A7}" dt="2023-10-05T13:57:47.417" v="99"/>
        <pc:sldMkLst>
          <pc:docMk/>
          <pc:sldMk cId="874390634" sldId="401"/>
        </pc:sldMkLst>
      </pc:sldChg>
      <pc:sldChg chg="del">
        <pc:chgData name="Suraj Chopade" userId="S::suraj.chopade@bostoninstituteofanalytics.org::dcc44ee8-6a65-4538-a5e1-c87e14ca7a61" providerId="AD" clId="Web-{65AAD561-CDAA-5BAC-CA6E-ACD9F36B29A7}" dt="2023-10-05T13:57:47.417" v="98"/>
        <pc:sldMkLst>
          <pc:docMk/>
          <pc:sldMk cId="175727061" sldId="402"/>
        </pc:sldMkLst>
      </pc:sldChg>
      <pc:sldChg chg="del">
        <pc:chgData name="Suraj Chopade" userId="S::suraj.chopade@bostoninstituteofanalytics.org::dcc44ee8-6a65-4538-a5e1-c87e14ca7a61" providerId="AD" clId="Web-{65AAD561-CDAA-5BAC-CA6E-ACD9F36B29A7}" dt="2023-10-05T13:57:47.417" v="97"/>
        <pc:sldMkLst>
          <pc:docMk/>
          <pc:sldMk cId="3511440794" sldId="403"/>
        </pc:sldMkLst>
      </pc:sldChg>
      <pc:sldChg chg="del">
        <pc:chgData name="Suraj Chopade" userId="S::suraj.chopade@bostoninstituteofanalytics.org::dcc44ee8-6a65-4538-a5e1-c87e14ca7a61" providerId="AD" clId="Web-{65AAD561-CDAA-5BAC-CA6E-ACD9F36B29A7}" dt="2023-10-05T13:57:47.401" v="96"/>
        <pc:sldMkLst>
          <pc:docMk/>
          <pc:sldMk cId="671637965" sldId="404"/>
        </pc:sldMkLst>
      </pc:sldChg>
      <pc:sldChg chg="del">
        <pc:chgData name="Suraj Chopade" userId="S::suraj.chopade@bostoninstituteofanalytics.org::dcc44ee8-6a65-4538-a5e1-c87e14ca7a61" providerId="AD" clId="Web-{65AAD561-CDAA-5BAC-CA6E-ACD9F36B29A7}" dt="2023-10-05T13:57:47.401" v="95"/>
        <pc:sldMkLst>
          <pc:docMk/>
          <pc:sldMk cId="2575758570" sldId="405"/>
        </pc:sldMkLst>
      </pc:sldChg>
      <pc:sldChg chg="del">
        <pc:chgData name="Suraj Chopade" userId="S::suraj.chopade@bostoninstituteofanalytics.org::dcc44ee8-6a65-4538-a5e1-c87e14ca7a61" providerId="AD" clId="Web-{65AAD561-CDAA-5BAC-CA6E-ACD9F36B29A7}" dt="2023-10-05T13:57:47.401" v="94"/>
        <pc:sldMkLst>
          <pc:docMk/>
          <pc:sldMk cId="21544644" sldId="406"/>
        </pc:sldMkLst>
      </pc:sldChg>
      <pc:sldChg chg="del">
        <pc:chgData name="Suraj Chopade" userId="S::suraj.chopade@bostoninstituteofanalytics.org::dcc44ee8-6a65-4538-a5e1-c87e14ca7a61" providerId="AD" clId="Web-{65AAD561-CDAA-5BAC-CA6E-ACD9F36B29A7}" dt="2023-10-05T13:57:47.401" v="93"/>
        <pc:sldMkLst>
          <pc:docMk/>
          <pc:sldMk cId="3277102262" sldId="407"/>
        </pc:sldMkLst>
      </pc:sldChg>
      <pc:sldChg chg="addSp delSp modSp add">
        <pc:chgData name="Suraj Chopade" userId="S::suraj.chopade@bostoninstituteofanalytics.org::dcc44ee8-6a65-4538-a5e1-c87e14ca7a61" providerId="AD" clId="Web-{65AAD561-CDAA-5BAC-CA6E-ACD9F36B29A7}" dt="2023-10-05T13:57:32.635" v="92" actId="1076"/>
        <pc:sldMkLst>
          <pc:docMk/>
          <pc:sldMk cId="876099985" sldId="409"/>
        </pc:sldMkLst>
      </pc:sldChg>
      <pc:sldChg chg="add">
        <pc:chgData name="Suraj Chopade" userId="S::suraj.chopade@bostoninstituteofanalytics.org::dcc44ee8-6a65-4538-a5e1-c87e14ca7a61" providerId="AD" clId="Web-{65AAD561-CDAA-5BAC-CA6E-ACD9F36B29A7}" dt="2023-10-05T13:54:08.066" v="1"/>
        <pc:sldMkLst>
          <pc:docMk/>
          <pc:sldMk cId="2926612377" sldId="410"/>
        </pc:sldMkLst>
      </pc:sldChg>
    </pc:docChg>
  </pc:docChgLst>
  <pc:docChgLst>
    <pc:chgData name="Suraj Chopade" userId="S::suraj.chopade@bostoninstituteofanalytics.org::dcc44ee8-6a65-4538-a5e1-c87e14ca7a61" providerId="AD" clId="Web-{42A6E2D6-91D0-59DF-ED35-F9C2F00ACF86}"/>
    <pc:docChg chg="addSld delSld modSld sldOrd">
      <pc:chgData name="Suraj Chopade" userId="S::suraj.chopade@bostoninstituteofanalytics.org::dcc44ee8-6a65-4538-a5e1-c87e14ca7a61" providerId="AD" clId="Web-{42A6E2D6-91D0-59DF-ED35-F9C2F00ACF86}" dt="2023-10-05T10:24:48.730" v="1744"/>
      <pc:docMkLst>
        <pc:docMk/>
      </pc:docMkLst>
      <pc:sldChg chg="addSp delSp modSp">
        <pc:chgData name="Suraj Chopade" userId="S::suraj.chopade@bostoninstituteofanalytics.org::dcc44ee8-6a65-4538-a5e1-c87e14ca7a61" providerId="AD" clId="Web-{42A6E2D6-91D0-59DF-ED35-F9C2F00ACF86}" dt="2023-10-05T07:11:49.844" v="46" actId="20577"/>
        <pc:sldMkLst>
          <pc:docMk/>
          <pc:sldMk cId="4235558439" sldId="287"/>
        </pc:sldMkLst>
      </pc:sldChg>
      <pc:sldChg chg="addSp delSp modSp mod setBg">
        <pc:chgData name="Suraj Chopade" userId="S::suraj.chopade@bostoninstituteofanalytics.org::dcc44ee8-6a65-4538-a5e1-c87e14ca7a61" providerId="AD" clId="Web-{42A6E2D6-91D0-59DF-ED35-F9C2F00ACF86}" dt="2023-10-05T07:17:43.541" v="99" actId="1076"/>
        <pc:sldMkLst>
          <pc:docMk/>
          <pc:sldMk cId="1726830" sldId="314"/>
        </pc:sldMkLst>
      </pc:sldChg>
      <pc:sldChg chg="addSp modSp">
        <pc:chgData name="Suraj Chopade" userId="S::suraj.chopade@bostoninstituteofanalytics.org::dcc44ee8-6a65-4538-a5e1-c87e14ca7a61" providerId="AD" clId="Web-{42A6E2D6-91D0-59DF-ED35-F9C2F00ACF86}" dt="2023-10-05T08:36:34.471" v="980" actId="1076"/>
        <pc:sldMkLst>
          <pc:docMk/>
          <pc:sldMk cId="693713431" sldId="332"/>
        </pc:sldMkLst>
      </pc:sldChg>
      <pc:sldChg chg="modSp">
        <pc:chgData name="Suraj Chopade" userId="S::suraj.chopade@bostoninstituteofanalytics.org::dcc44ee8-6a65-4538-a5e1-c87e14ca7a61" providerId="AD" clId="Web-{42A6E2D6-91D0-59DF-ED35-F9C2F00ACF86}" dt="2023-10-05T08:58:10.412" v="1342" actId="20577"/>
        <pc:sldMkLst>
          <pc:docMk/>
          <pc:sldMk cId="4254827648" sldId="333"/>
        </pc:sldMkLst>
      </pc:sldChg>
      <pc:sldChg chg="modSp del">
        <pc:chgData name="Suraj Chopade" userId="S::suraj.chopade@bostoninstituteofanalytics.org::dcc44ee8-6a65-4538-a5e1-c87e14ca7a61" providerId="AD" clId="Web-{42A6E2D6-91D0-59DF-ED35-F9C2F00ACF86}" dt="2023-10-05T10:24:25.338" v="1742"/>
        <pc:sldMkLst>
          <pc:docMk/>
          <pc:sldMk cId="1495372664" sldId="334"/>
        </pc:sldMkLst>
      </pc:sldChg>
      <pc:sldChg chg="del">
        <pc:chgData name="Suraj Chopade" userId="S::suraj.chopade@bostoninstituteofanalytics.org::dcc44ee8-6a65-4538-a5e1-c87e14ca7a61" providerId="AD" clId="Web-{42A6E2D6-91D0-59DF-ED35-F9C2F00ACF86}" dt="2023-10-05T09:49:55.300" v="1605"/>
        <pc:sldMkLst>
          <pc:docMk/>
          <pc:sldMk cId="2391541824" sldId="335"/>
        </pc:sldMkLst>
      </pc:sldChg>
      <pc:sldChg chg="del">
        <pc:chgData name="Suraj Chopade" userId="S::suraj.chopade@bostoninstituteofanalytics.org::dcc44ee8-6a65-4538-a5e1-c87e14ca7a61" providerId="AD" clId="Web-{42A6E2D6-91D0-59DF-ED35-F9C2F00ACF86}" dt="2023-10-05T09:49:55.284" v="1604"/>
        <pc:sldMkLst>
          <pc:docMk/>
          <pc:sldMk cId="3716890899" sldId="336"/>
        </pc:sldMkLst>
      </pc:sldChg>
      <pc:sldChg chg="del">
        <pc:chgData name="Suraj Chopade" userId="S::suraj.chopade@bostoninstituteofanalytics.org::dcc44ee8-6a65-4538-a5e1-c87e14ca7a61" providerId="AD" clId="Web-{42A6E2D6-91D0-59DF-ED35-F9C2F00ACF86}" dt="2023-10-05T09:49:55.284" v="1601"/>
        <pc:sldMkLst>
          <pc:docMk/>
          <pc:sldMk cId="1795554002" sldId="337"/>
        </pc:sldMkLst>
      </pc:sldChg>
      <pc:sldChg chg="del">
        <pc:chgData name="Suraj Chopade" userId="S::suraj.chopade@bostoninstituteofanalytics.org::dcc44ee8-6a65-4538-a5e1-c87e14ca7a61" providerId="AD" clId="Web-{42A6E2D6-91D0-59DF-ED35-F9C2F00ACF86}" dt="2023-10-05T09:49:55.284" v="1600"/>
        <pc:sldMkLst>
          <pc:docMk/>
          <pc:sldMk cId="2148243153" sldId="338"/>
        </pc:sldMkLst>
      </pc:sldChg>
      <pc:sldChg chg="del">
        <pc:chgData name="Suraj Chopade" userId="S::suraj.chopade@bostoninstituteofanalytics.org::dcc44ee8-6a65-4538-a5e1-c87e14ca7a61" providerId="AD" clId="Web-{42A6E2D6-91D0-59DF-ED35-F9C2F00ACF86}" dt="2023-10-05T09:49:55.284" v="1603"/>
        <pc:sldMkLst>
          <pc:docMk/>
          <pc:sldMk cId="2285600836" sldId="339"/>
        </pc:sldMkLst>
      </pc:sldChg>
      <pc:sldChg chg="del">
        <pc:chgData name="Suraj Chopade" userId="S::suraj.chopade@bostoninstituteofanalytics.org::dcc44ee8-6a65-4538-a5e1-c87e14ca7a61" providerId="AD" clId="Web-{42A6E2D6-91D0-59DF-ED35-F9C2F00ACF86}" dt="2023-10-05T09:49:55.284" v="1602"/>
        <pc:sldMkLst>
          <pc:docMk/>
          <pc:sldMk cId="208652236" sldId="340"/>
        </pc:sldMkLst>
      </pc:sldChg>
      <pc:sldChg chg="del">
        <pc:chgData name="Suraj Chopade" userId="S::suraj.chopade@bostoninstituteofanalytics.org::dcc44ee8-6a65-4538-a5e1-c87e14ca7a61" providerId="AD" clId="Web-{42A6E2D6-91D0-59DF-ED35-F9C2F00ACF86}" dt="2023-10-05T09:49:55.284" v="1599"/>
        <pc:sldMkLst>
          <pc:docMk/>
          <pc:sldMk cId="2546236837" sldId="341"/>
        </pc:sldMkLst>
      </pc:sldChg>
      <pc:sldChg chg="addSp delSp modSp add replId">
        <pc:chgData name="Suraj Chopade" userId="S::suraj.chopade@bostoninstituteofanalytics.org::dcc44ee8-6a65-4538-a5e1-c87e14ca7a61" providerId="AD" clId="Web-{42A6E2D6-91D0-59DF-ED35-F9C2F00ACF86}" dt="2023-10-05T07:25:43.852" v="169" actId="1076"/>
        <pc:sldMkLst>
          <pc:docMk/>
          <pc:sldMk cId="3709622772" sldId="342"/>
        </pc:sldMkLst>
      </pc:sldChg>
      <pc:sldChg chg="modSp add replId">
        <pc:chgData name="Suraj Chopade" userId="S::suraj.chopade@bostoninstituteofanalytics.org::dcc44ee8-6a65-4538-a5e1-c87e14ca7a61" providerId="AD" clId="Web-{42A6E2D6-91D0-59DF-ED35-F9C2F00ACF86}" dt="2023-10-05T07:27:51.246" v="178" actId="20577"/>
        <pc:sldMkLst>
          <pc:docMk/>
          <pc:sldMk cId="998055449" sldId="343"/>
        </pc:sldMkLst>
      </pc:sldChg>
      <pc:sldChg chg="modSp add replId">
        <pc:chgData name="Suraj Chopade" userId="S::suraj.chopade@bostoninstituteofanalytics.org::dcc44ee8-6a65-4538-a5e1-c87e14ca7a61" providerId="AD" clId="Web-{42A6E2D6-91D0-59DF-ED35-F9C2F00ACF86}" dt="2023-10-05T07:29:43.937" v="199" actId="14100"/>
        <pc:sldMkLst>
          <pc:docMk/>
          <pc:sldMk cId="3211538988" sldId="344"/>
        </pc:sldMkLst>
      </pc:sldChg>
      <pc:sldChg chg="addSp delSp modSp add replId">
        <pc:chgData name="Suraj Chopade" userId="S::suraj.chopade@bostoninstituteofanalytics.org::dcc44ee8-6a65-4538-a5e1-c87e14ca7a61" providerId="AD" clId="Web-{42A6E2D6-91D0-59DF-ED35-F9C2F00ACF86}" dt="2023-10-05T07:36:43.433" v="246" actId="1076"/>
        <pc:sldMkLst>
          <pc:docMk/>
          <pc:sldMk cId="1589054290" sldId="345"/>
        </pc:sldMkLst>
      </pc:sldChg>
      <pc:sldChg chg="delSp modSp add replId">
        <pc:chgData name="Suraj Chopade" userId="S::suraj.chopade@bostoninstituteofanalytics.org::dcc44ee8-6a65-4538-a5e1-c87e14ca7a61" providerId="AD" clId="Web-{42A6E2D6-91D0-59DF-ED35-F9C2F00ACF86}" dt="2023-10-05T07:42:54.928" v="318" actId="20577"/>
        <pc:sldMkLst>
          <pc:docMk/>
          <pc:sldMk cId="2822367668" sldId="346"/>
        </pc:sldMkLst>
      </pc:sldChg>
      <pc:sldChg chg="modSp add replId">
        <pc:chgData name="Suraj Chopade" userId="S::suraj.chopade@bostoninstituteofanalytics.org::dcc44ee8-6a65-4538-a5e1-c87e14ca7a61" providerId="AD" clId="Web-{42A6E2D6-91D0-59DF-ED35-F9C2F00ACF86}" dt="2023-10-05T07:43:19.695" v="327" actId="20577"/>
        <pc:sldMkLst>
          <pc:docMk/>
          <pc:sldMk cId="2851047092" sldId="347"/>
        </pc:sldMkLst>
      </pc:sldChg>
      <pc:sldChg chg="modSp add replId">
        <pc:chgData name="Suraj Chopade" userId="S::suraj.chopade@bostoninstituteofanalytics.org::dcc44ee8-6a65-4538-a5e1-c87e14ca7a61" providerId="AD" clId="Web-{42A6E2D6-91D0-59DF-ED35-F9C2F00ACF86}" dt="2023-10-05T07:49:32.455" v="458" actId="20577"/>
        <pc:sldMkLst>
          <pc:docMk/>
          <pc:sldMk cId="2195828354" sldId="348"/>
        </pc:sldMkLst>
      </pc:sldChg>
      <pc:sldChg chg="modSp add replId">
        <pc:chgData name="Suraj Chopade" userId="S::suraj.chopade@bostoninstituteofanalytics.org::dcc44ee8-6a65-4538-a5e1-c87e14ca7a61" providerId="AD" clId="Web-{42A6E2D6-91D0-59DF-ED35-F9C2F00ACF86}" dt="2023-10-05T09:50:40.473" v="1607" actId="20577"/>
        <pc:sldMkLst>
          <pc:docMk/>
          <pc:sldMk cId="2280237744" sldId="349"/>
        </pc:sldMkLst>
      </pc:sldChg>
      <pc:sldChg chg="modSp add replId">
        <pc:chgData name="Suraj Chopade" userId="S::suraj.chopade@bostoninstituteofanalytics.org::dcc44ee8-6a65-4538-a5e1-c87e14ca7a61" providerId="AD" clId="Web-{42A6E2D6-91D0-59DF-ED35-F9C2F00ACF86}" dt="2023-10-05T07:52:53.039" v="488" actId="20577"/>
        <pc:sldMkLst>
          <pc:docMk/>
          <pc:sldMk cId="1145284372" sldId="350"/>
        </pc:sldMkLst>
      </pc:sldChg>
      <pc:sldChg chg="addSp modSp add replId">
        <pc:chgData name="Suraj Chopade" userId="S::suraj.chopade@bostoninstituteofanalytics.org::dcc44ee8-6a65-4538-a5e1-c87e14ca7a61" providerId="AD" clId="Web-{42A6E2D6-91D0-59DF-ED35-F9C2F00ACF86}" dt="2023-10-05T08:09:44.225" v="685" actId="20577"/>
        <pc:sldMkLst>
          <pc:docMk/>
          <pc:sldMk cId="3488034501" sldId="351"/>
        </pc:sldMkLst>
      </pc:sldChg>
      <pc:sldChg chg="modSp add ord replId">
        <pc:chgData name="Suraj Chopade" userId="S::suraj.chopade@bostoninstituteofanalytics.org::dcc44ee8-6a65-4538-a5e1-c87e14ca7a61" providerId="AD" clId="Web-{42A6E2D6-91D0-59DF-ED35-F9C2F00ACF86}" dt="2023-10-05T08:14:30.811" v="776" actId="1076"/>
        <pc:sldMkLst>
          <pc:docMk/>
          <pc:sldMk cId="3822785467" sldId="352"/>
        </pc:sldMkLst>
      </pc:sldChg>
      <pc:sldChg chg="addSp modSp add replId">
        <pc:chgData name="Suraj Chopade" userId="S::suraj.chopade@bostoninstituteofanalytics.org::dcc44ee8-6a65-4538-a5e1-c87e14ca7a61" providerId="AD" clId="Web-{42A6E2D6-91D0-59DF-ED35-F9C2F00ACF86}" dt="2023-10-05T08:21:29.714" v="875" actId="1076"/>
        <pc:sldMkLst>
          <pc:docMk/>
          <pc:sldMk cId="2383408920" sldId="353"/>
        </pc:sldMkLst>
      </pc:sldChg>
      <pc:sldChg chg="addSp delSp modSp add replId">
        <pc:chgData name="Suraj Chopade" userId="S::suraj.chopade@bostoninstituteofanalytics.org::dcc44ee8-6a65-4538-a5e1-c87e14ca7a61" providerId="AD" clId="Web-{42A6E2D6-91D0-59DF-ED35-F9C2F00ACF86}" dt="2023-10-05T08:39:32.226" v="985" actId="1076"/>
        <pc:sldMkLst>
          <pc:docMk/>
          <pc:sldMk cId="1637956367" sldId="354"/>
        </pc:sldMkLst>
      </pc:sldChg>
      <pc:sldChg chg="addSp delSp modSp add replId">
        <pc:chgData name="Suraj Chopade" userId="S::suraj.chopade@bostoninstituteofanalytics.org::dcc44ee8-6a65-4538-a5e1-c87e14ca7a61" providerId="AD" clId="Web-{42A6E2D6-91D0-59DF-ED35-F9C2F00ACF86}" dt="2023-10-05T08:43:03.435" v="1026" actId="1076"/>
        <pc:sldMkLst>
          <pc:docMk/>
          <pc:sldMk cId="543563370" sldId="355"/>
        </pc:sldMkLst>
      </pc:sldChg>
      <pc:sldChg chg="addSp delSp modSp add replId">
        <pc:chgData name="Suraj Chopade" userId="S::suraj.chopade@bostoninstituteofanalytics.org::dcc44ee8-6a65-4538-a5e1-c87e14ca7a61" providerId="AD" clId="Web-{42A6E2D6-91D0-59DF-ED35-F9C2F00ACF86}" dt="2023-10-05T08:54:35.047" v="1288"/>
        <pc:sldMkLst>
          <pc:docMk/>
          <pc:sldMk cId="3509703634" sldId="356"/>
        </pc:sldMkLst>
      </pc:sldChg>
      <pc:sldChg chg="addSp modSp add replId">
        <pc:chgData name="Suraj Chopade" userId="S::suraj.chopade@bostoninstituteofanalytics.org::dcc44ee8-6a65-4538-a5e1-c87e14ca7a61" providerId="AD" clId="Web-{42A6E2D6-91D0-59DF-ED35-F9C2F00ACF86}" dt="2023-10-05T09:08:06.225" v="1391" actId="1076"/>
        <pc:sldMkLst>
          <pc:docMk/>
          <pc:sldMk cId="3979241048" sldId="357"/>
        </pc:sldMkLst>
      </pc:sldChg>
      <pc:sldChg chg="delSp modSp add replId">
        <pc:chgData name="Suraj Chopade" userId="S::suraj.chopade@bostoninstituteofanalytics.org::dcc44ee8-6a65-4538-a5e1-c87e14ca7a61" providerId="AD" clId="Web-{42A6E2D6-91D0-59DF-ED35-F9C2F00ACF86}" dt="2023-10-05T09:12:13.716" v="1446" actId="20577"/>
        <pc:sldMkLst>
          <pc:docMk/>
          <pc:sldMk cId="1574886388" sldId="358"/>
        </pc:sldMkLst>
      </pc:sldChg>
      <pc:sldChg chg="addSp modSp add replId">
        <pc:chgData name="Suraj Chopade" userId="S::suraj.chopade@bostoninstituteofanalytics.org::dcc44ee8-6a65-4538-a5e1-c87e14ca7a61" providerId="AD" clId="Web-{42A6E2D6-91D0-59DF-ED35-F9C2F00ACF86}" dt="2023-10-05T09:44:02.210" v="1506" actId="1076"/>
        <pc:sldMkLst>
          <pc:docMk/>
          <pc:sldMk cId="3275230534" sldId="359"/>
        </pc:sldMkLst>
      </pc:sldChg>
      <pc:sldChg chg="addSp delSp modSp add mod ord replId setBg">
        <pc:chgData name="Suraj Chopade" userId="S::suraj.chopade@bostoninstituteofanalytics.org::dcc44ee8-6a65-4538-a5e1-c87e14ca7a61" providerId="AD" clId="Web-{42A6E2D6-91D0-59DF-ED35-F9C2F00ACF86}" dt="2023-10-05T09:48:58.595" v="1597"/>
        <pc:sldMkLst>
          <pc:docMk/>
          <pc:sldMk cId="3209345293" sldId="360"/>
        </pc:sldMkLst>
      </pc:sldChg>
      <pc:sldChg chg="addSp delSp modSp add replId">
        <pc:chgData name="Suraj Chopade" userId="S::suraj.chopade@bostoninstituteofanalytics.org::dcc44ee8-6a65-4538-a5e1-c87e14ca7a61" providerId="AD" clId="Web-{42A6E2D6-91D0-59DF-ED35-F9C2F00ACF86}" dt="2023-10-05T09:48:37.375" v="1595" actId="1076"/>
        <pc:sldMkLst>
          <pc:docMk/>
          <pc:sldMk cId="3052401839" sldId="361"/>
        </pc:sldMkLst>
      </pc:sldChg>
      <pc:sldChg chg="delSp modSp add replId">
        <pc:chgData name="Suraj Chopade" userId="S::suraj.chopade@bostoninstituteofanalytics.org::dcc44ee8-6a65-4538-a5e1-c87e14ca7a61" providerId="AD" clId="Web-{42A6E2D6-91D0-59DF-ED35-F9C2F00ACF86}" dt="2023-10-05T09:55:15.310" v="1645" actId="1076"/>
        <pc:sldMkLst>
          <pc:docMk/>
          <pc:sldMk cId="1604005518" sldId="362"/>
        </pc:sldMkLst>
      </pc:sldChg>
      <pc:sldChg chg="addSp modSp add replId">
        <pc:chgData name="Suraj Chopade" userId="S::suraj.chopade@bostoninstituteofanalytics.org::dcc44ee8-6a65-4538-a5e1-c87e14ca7a61" providerId="AD" clId="Web-{42A6E2D6-91D0-59DF-ED35-F9C2F00ACF86}" dt="2023-10-05T09:57:40.924" v="1670" actId="1076"/>
        <pc:sldMkLst>
          <pc:docMk/>
          <pc:sldMk cId="246319354" sldId="363"/>
        </pc:sldMkLst>
      </pc:sldChg>
      <pc:sldChg chg="addSp delSp modSp add replId">
        <pc:chgData name="Suraj Chopade" userId="S::suraj.chopade@bostoninstituteofanalytics.org::dcc44ee8-6a65-4538-a5e1-c87e14ca7a61" providerId="AD" clId="Web-{42A6E2D6-91D0-59DF-ED35-F9C2F00ACF86}" dt="2023-10-05T10:03:18.387" v="1740" actId="14100"/>
        <pc:sldMkLst>
          <pc:docMk/>
          <pc:sldMk cId="39136322" sldId="364"/>
        </pc:sldMkLst>
      </pc:sldChg>
      <pc:sldChg chg="modSp add ord replId">
        <pc:chgData name="Suraj Chopade" userId="S::suraj.chopade@bostoninstituteofanalytics.org::dcc44ee8-6a65-4538-a5e1-c87e14ca7a61" providerId="AD" clId="Web-{42A6E2D6-91D0-59DF-ED35-F9C2F00ACF86}" dt="2023-10-05T09:59:53.490" v="1709" actId="20577"/>
        <pc:sldMkLst>
          <pc:docMk/>
          <pc:sldMk cId="189908799" sldId="365"/>
        </pc:sldMkLst>
      </pc:sldChg>
      <pc:sldChg chg="add del replId">
        <pc:chgData name="Suraj Chopade" userId="S::suraj.chopade@bostoninstituteofanalytics.org::dcc44ee8-6a65-4538-a5e1-c87e14ca7a61" providerId="AD" clId="Web-{42A6E2D6-91D0-59DF-ED35-F9C2F00ACF86}" dt="2023-10-05T10:24:48.730" v="1744"/>
        <pc:sldMkLst>
          <pc:docMk/>
          <pc:sldMk cId="2930423653" sldId="366"/>
        </pc:sldMkLst>
      </pc:sldChg>
    </pc:docChg>
  </pc:docChgLst>
  <pc:docChgLst>
    <pc:chgData name="Suraj Chopade" userId="S::suraj.chopade@bostoninstituteofanalytics.org::dcc44ee8-6a65-4538-a5e1-c87e14ca7a61" providerId="AD" clId="Web-{42544C3E-FB58-70A6-CC1F-8FE66E61D5EE}"/>
    <pc:docChg chg="addSld modSld">
      <pc:chgData name="Suraj Chopade" userId="S::suraj.chopade@bostoninstituteofanalytics.org::dcc44ee8-6a65-4538-a5e1-c87e14ca7a61" providerId="AD" clId="Web-{42544C3E-FB58-70A6-CC1F-8FE66E61D5EE}" dt="2023-10-09T10:16:04.061" v="358" actId="20577"/>
      <pc:docMkLst>
        <pc:docMk/>
      </pc:docMkLst>
      <pc:sldChg chg="delSp modSp">
        <pc:chgData name="Suraj Chopade" userId="S::suraj.chopade@bostoninstituteofanalytics.org::dcc44ee8-6a65-4538-a5e1-c87e14ca7a61" providerId="AD" clId="Web-{42544C3E-FB58-70A6-CC1F-8FE66E61D5EE}" dt="2023-10-09T09:32:41.543" v="137" actId="1076"/>
        <pc:sldMkLst>
          <pc:docMk/>
          <pc:sldMk cId="1726830" sldId="314"/>
        </pc:sldMkLst>
      </pc:sldChg>
      <pc:sldChg chg="delSp modSp">
        <pc:chgData name="Suraj Chopade" userId="S::suraj.chopade@bostoninstituteofanalytics.org::dcc44ee8-6a65-4538-a5e1-c87e14ca7a61" providerId="AD" clId="Web-{42544C3E-FB58-70A6-CC1F-8FE66E61D5EE}" dt="2023-10-09T09:32:44.137" v="138"/>
        <pc:sldMkLst>
          <pc:docMk/>
          <pc:sldMk cId="4076578880" sldId="484"/>
        </pc:sldMkLst>
      </pc:sldChg>
      <pc:sldChg chg="delSp">
        <pc:chgData name="Suraj Chopade" userId="S::suraj.chopade@bostoninstituteofanalytics.org::dcc44ee8-6a65-4538-a5e1-c87e14ca7a61" providerId="AD" clId="Web-{42544C3E-FB58-70A6-CC1F-8FE66E61D5EE}" dt="2023-10-09T09:32:46.512" v="139"/>
        <pc:sldMkLst>
          <pc:docMk/>
          <pc:sldMk cId="3582198988" sldId="485"/>
        </pc:sldMkLst>
      </pc:sldChg>
      <pc:sldChg chg="delSp">
        <pc:chgData name="Suraj Chopade" userId="S::suraj.chopade@bostoninstituteofanalytics.org::dcc44ee8-6a65-4538-a5e1-c87e14ca7a61" providerId="AD" clId="Web-{42544C3E-FB58-70A6-CC1F-8FE66E61D5EE}" dt="2023-10-09T09:32:49.684" v="140"/>
        <pc:sldMkLst>
          <pc:docMk/>
          <pc:sldMk cId="3025139516" sldId="486"/>
        </pc:sldMkLst>
      </pc:sldChg>
      <pc:sldChg chg="delSp">
        <pc:chgData name="Suraj Chopade" userId="S::suraj.chopade@bostoninstituteofanalytics.org::dcc44ee8-6a65-4538-a5e1-c87e14ca7a61" providerId="AD" clId="Web-{42544C3E-FB58-70A6-CC1F-8FE66E61D5EE}" dt="2023-10-09T09:32:34.418" v="135"/>
        <pc:sldMkLst>
          <pc:docMk/>
          <pc:sldMk cId="170298293" sldId="487"/>
        </pc:sldMkLst>
      </pc:sldChg>
      <pc:sldChg chg="delSp">
        <pc:chgData name="Suraj Chopade" userId="S::suraj.chopade@bostoninstituteofanalytics.org::dcc44ee8-6a65-4538-a5e1-c87e14ca7a61" providerId="AD" clId="Web-{42544C3E-FB58-70A6-CC1F-8FE66E61D5EE}" dt="2023-10-09T09:32:32.652" v="134"/>
        <pc:sldMkLst>
          <pc:docMk/>
          <pc:sldMk cId="2393680182" sldId="488"/>
        </pc:sldMkLst>
      </pc:sldChg>
      <pc:sldChg chg="delSp">
        <pc:chgData name="Suraj Chopade" userId="S::suraj.chopade@bostoninstituteofanalytics.org::dcc44ee8-6a65-4538-a5e1-c87e14ca7a61" providerId="AD" clId="Web-{42544C3E-FB58-70A6-CC1F-8FE66E61D5EE}" dt="2023-10-09T09:32:30.355" v="133"/>
        <pc:sldMkLst>
          <pc:docMk/>
          <pc:sldMk cId="1794145806" sldId="489"/>
        </pc:sldMkLst>
      </pc:sldChg>
      <pc:sldChg chg="delSp">
        <pc:chgData name="Suraj Chopade" userId="S::suraj.chopade@bostoninstituteofanalytics.org::dcc44ee8-6a65-4538-a5e1-c87e14ca7a61" providerId="AD" clId="Web-{42544C3E-FB58-70A6-CC1F-8FE66E61D5EE}" dt="2023-10-09T09:32:23.418" v="130"/>
        <pc:sldMkLst>
          <pc:docMk/>
          <pc:sldMk cId="1281757821" sldId="490"/>
        </pc:sldMkLst>
      </pc:sldChg>
      <pc:sldChg chg="delSp">
        <pc:chgData name="Suraj Chopade" userId="S::suraj.chopade@bostoninstituteofanalytics.org::dcc44ee8-6a65-4538-a5e1-c87e14ca7a61" providerId="AD" clId="Web-{42544C3E-FB58-70A6-CC1F-8FE66E61D5EE}" dt="2023-10-09T09:32:28.715" v="132"/>
        <pc:sldMkLst>
          <pc:docMk/>
          <pc:sldMk cId="3802794363" sldId="491"/>
        </pc:sldMkLst>
      </pc:sldChg>
      <pc:sldChg chg="delSp">
        <pc:chgData name="Suraj Chopade" userId="S::suraj.chopade@bostoninstituteofanalytics.org::dcc44ee8-6a65-4538-a5e1-c87e14ca7a61" providerId="AD" clId="Web-{42544C3E-FB58-70A6-CC1F-8FE66E61D5EE}" dt="2023-10-09T09:32:26.261" v="131"/>
        <pc:sldMkLst>
          <pc:docMk/>
          <pc:sldMk cId="15428375" sldId="492"/>
        </pc:sldMkLst>
      </pc:sldChg>
      <pc:sldChg chg="delSp">
        <pc:chgData name="Suraj Chopade" userId="S::suraj.chopade@bostoninstituteofanalytics.org::dcc44ee8-6a65-4538-a5e1-c87e14ca7a61" providerId="AD" clId="Web-{42544C3E-FB58-70A6-CC1F-8FE66E61D5EE}" dt="2023-10-09T09:32:58.981" v="141"/>
        <pc:sldMkLst>
          <pc:docMk/>
          <pc:sldMk cId="2447148602" sldId="493"/>
        </pc:sldMkLst>
      </pc:sldChg>
      <pc:sldChg chg="delSp">
        <pc:chgData name="Suraj Chopade" userId="S::suraj.chopade@bostoninstituteofanalytics.org::dcc44ee8-6a65-4538-a5e1-c87e14ca7a61" providerId="AD" clId="Web-{42544C3E-FB58-70A6-CC1F-8FE66E61D5EE}" dt="2023-10-09T09:33:01.903" v="142"/>
        <pc:sldMkLst>
          <pc:docMk/>
          <pc:sldMk cId="3592800487" sldId="494"/>
        </pc:sldMkLst>
      </pc:sldChg>
      <pc:sldChg chg="delSp">
        <pc:chgData name="Suraj Chopade" userId="S::suraj.chopade@bostoninstituteofanalytics.org::dcc44ee8-6a65-4538-a5e1-c87e14ca7a61" providerId="AD" clId="Web-{42544C3E-FB58-70A6-CC1F-8FE66E61D5EE}" dt="2023-10-09T09:33:04.825" v="143"/>
        <pc:sldMkLst>
          <pc:docMk/>
          <pc:sldMk cId="3469038299" sldId="495"/>
        </pc:sldMkLst>
      </pc:sldChg>
      <pc:sldChg chg="delSp modSp">
        <pc:chgData name="Suraj Chopade" userId="S::suraj.chopade@bostoninstituteofanalytics.org::dcc44ee8-6a65-4538-a5e1-c87e14ca7a61" providerId="AD" clId="Web-{42544C3E-FB58-70A6-CC1F-8FE66E61D5EE}" dt="2023-10-09T10:16:04.061" v="358" actId="20577"/>
        <pc:sldMkLst>
          <pc:docMk/>
          <pc:sldMk cId="3658381137" sldId="496"/>
        </pc:sldMkLst>
      </pc:sldChg>
      <pc:sldChg chg="addSp delSp modSp add replId">
        <pc:chgData name="Suraj Chopade" userId="S::suraj.chopade@bostoninstituteofanalytics.org::dcc44ee8-6a65-4538-a5e1-c87e14ca7a61" providerId="AD" clId="Web-{42544C3E-FB58-70A6-CC1F-8FE66E61D5EE}" dt="2023-10-09T09:31:56.792" v="129"/>
        <pc:sldMkLst>
          <pc:docMk/>
          <pc:sldMk cId="889843261" sldId="504"/>
        </pc:sldMkLst>
      </pc:sldChg>
      <pc:sldChg chg="addSp delSp modSp add replId">
        <pc:chgData name="Suraj Chopade" userId="S::suraj.chopade@bostoninstituteofanalytics.org::dcc44ee8-6a65-4538-a5e1-c87e14ca7a61" providerId="AD" clId="Web-{42544C3E-FB58-70A6-CC1F-8FE66E61D5EE}" dt="2023-10-09T09:57:50.684" v="150" actId="20577"/>
        <pc:sldMkLst>
          <pc:docMk/>
          <pc:sldMk cId="189096696" sldId="505"/>
        </pc:sldMkLst>
      </pc:sldChg>
      <pc:sldChg chg="delSp modSp add replId">
        <pc:chgData name="Suraj Chopade" userId="S::suraj.chopade@bostoninstituteofanalytics.org::dcc44ee8-6a65-4538-a5e1-c87e14ca7a61" providerId="AD" clId="Web-{42544C3E-FB58-70A6-CC1F-8FE66E61D5EE}" dt="2023-10-09T09:59:35.343" v="189" actId="20577"/>
        <pc:sldMkLst>
          <pc:docMk/>
          <pc:sldMk cId="3932013374" sldId="506"/>
        </pc:sldMkLst>
      </pc:sldChg>
      <pc:sldChg chg="modSp add replId">
        <pc:chgData name="Suraj Chopade" userId="S::suraj.chopade@bostoninstituteofanalytics.org::dcc44ee8-6a65-4538-a5e1-c87e14ca7a61" providerId="AD" clId="Web-{42544C3E-FB58-70A6-CC1F-8FE66E61D5EE}" dt="2023-10-09T09:59:59.672" v="200" actId="20577"/>
        <pc:sldMkLst>
          <pc:docMk/>
          <pc:sldMk cId="4290452773" sldId="507"/>
        </pc:sldMkLst>
      </pc:sldChg>
      <pc:sldChg chg="modSp add replId">
        <pc:chgData name="Suraj Chopade" userId="S::suraj.chopade@bostoninstituteofanalytics.org::dcc44ee8-6a65-4538-a5e1-c87e14ca7a61" providerId="AD" clId="Web-{42544C3E-FB58-70A6-CC1F-8FE66E61D5EE}" dt="2023-10-09T10:14:35.840" v="334" actId="1076"/>
        <pc:sldMkLst>
          <pc:docMk/>
          <pc:sldMk cId="39558220" sldId="508"/>
        </pc:sldMkLst>
      </pc:sldChg>
      <pc:sldChg chg="delSp modSp add replId">
        <pc:chgData name="Suraj Chopade" userId="S::suraj.chopade@bostoninstituteofanalytics.org::dcc44ee8-6a65-4538-a5e1-c87e14ca7a61" providerId="AD" clId="Web-{42544C3E-FB58-70A6-CC1F-8FE66E61D5EE}" dt="2023-10-09T10:14:51.106" v="336" actId="20577"/>
        <pc:sldMkLst>
          <pc:docMk/>
          <pc:sldMk cId="4287738320" sldId="509"/>
        </pc:sldMkLst>
      </pc:sldChg>
    </pc:docChg>
  </pc:docChgLst>
  <pc:docChgLst>
    <pc:chgData name="Poomathi Thangarasu" userId="31a6cd82-5c58-4179-b63b-c97f153e0450" providerId="ADAL" clId="{81A7DF19-D9E9-4FFE-95CE-BB2158153202}"/>
    <pc:docChg chg="undo custSel addSld delSld modSld sldOrd">
      <pc:chgData name="Poomathi Thangarasu" userId="31a6cd82-5c58-4179-b63b-c97f153e0450" providerId="ADAL" clId="{81A7DF19-D9E9-4FFE-95CE-BB2158153202}" dt="2024-11-29T04:22:02.080" v="750"/>
      <pc:docMkLst>
        <pc:docMk/>
      </pc:docMkLst>
      <pc:sldChg chg="delSp modSp mod">
        <pc:chgData name="Poomathi Thangarasu" userId="31a6cd82-5c58-4179-b63b-c97f153e0450" providerId="ADAL" clId="{81A7DF19-D9E9-4FFE-95CE-BB2158153202}" dt="2024-11-27T14:05:39.777" v="25" actId="20577"/>
        <pc:sldMkLst>
          <pc:docMk/>
          <pc:sldMk cId="3080017173" sldId="513"/>
        </pc:sldMkLst>
        <pc:spChg chg="mod">
          <ac:chgData name="Poomathi Thangarasu" userId="31a6cd82-5c58-4179-b63b-c97f153e0450" providerId="ADAL" clId="{81A7DF19-D9E9-4FFE-95CE-BB2158153202}" dt="2024-11-27T14:05:39.777" v="25" actId="20577"/>
          <ac:spMkLst>
            <pc:docMk/>
            <pc:sldMk cId="3080017173" sldId="513"/>
            <ac:spMk id="3" creationId="{5FAF0B8B-2FA0-7D88-B529-85CF2FDB866C}"/>
          </ac:spMkLst>
        </pc:spChg>
        <pc:spChg chg="mod">
          <ac:chgData name="Poomathi Thangarasu" userId="31a6cd82-5c58-4179-b63b-c97f153e0450" providerId="ADAL" clId="{81A7DF19-D9E9-4FFE-95CE-BB2158153202}" dt="2024-11-27T14:04:12.770" v="2" actId="14100"/>
          <ac:spMkLst>
            <pc:docMk/>
            <pc:sldMk cId="3080017173" sldId="513"/>
            <ac:spMk id="9" creationId="{2FDADD92-4E39-7713-520E-D88B1D53A255}"/>
          </ac:spMkLst>
        </pc:spChg>
      </pc:sldChg>
      <pc:sldChg chg="addSp modSp mod">
        <pc:chgData name="Poomathi Thangarasu" userId="31a6cd82-5c58-4179-b63b-c97f153e0450" providerId="ADAL" clId="{81A7DF19-D9E9-4FFE-95CE-BB2158153202}" dt="2024-11-27T14:09:43.169" v="98" actId="108"/>
        <pc:sldMkLst>
          <pc:docMk/>
          <pc:sldMk cId="4217137610" sldId="515"/>
        </pc:sldMkLst>
        <pc:spChg chg="mod">
          <ac:chgData name="Poomathi Thangarasu" userId="31a6cd82-5c58-4179-b63b-c97f153e0450" providerId="ADAL" clId="{81A7DF19-D9E9-4FFE-95CE-BB2158153202}" dt="2024-11-27T14:08:37.035" v="77" actId="33524"/>
          <ac:spMkLst>
            <pc:docMk/>
            <pc:sldMk cId="4217137610" sldId="515"/>
            <ac:spMk id="4" creationId="{31B1A91B-FC85-1ABF-D739-299A9ED2EC4D}"/>
          </ac:spMkLst>
        </pc:spChg>
        <pc:spChg chg="add mod">
          <ac:chgData name="Poomathi Thangarasu" userId="31a6cd82-5c58-4179-b63b-c97f153e0450" providerId="ADAL" clId="{81A7DF19-D9E9-4FFE-95CE-BB2158153202}" dt="2024-11-27T14:09:21.772" v="91" actId="404"/>
          <ac:spMkLst>
            <pc:docMk/>
            <pc:sldMk cId="4217137610" sldId="515"/>
            <ac:spMk id="6" creationId="{4A75B85B-A16E-FF1A-89B9-6B54BEB99AF5}"/>
          </ac:spMkLst>
        </pc:spChg>
        <pc:spChg chg="add mod">
          <ac:chgData name="Poomathi Thangarasu" userId="31a6cd82-5c58-4179-b63b-c97f153e0450" providerId="ADAL" clId="{81A7DF19-D9E9-4FFE-95CE-BB2158153202}" dt="2024-11-27T14:09:43.169" v="98" actId="108"/>
          <ac:spMkLst>
            <pc:docMk/>
            <pc:sldMk cId="4217137610" sldId="515"/>
            <ac:spMk id="10" creationId="{7BA5A2C7-F737-D01F-CEA9-D7A5F535278D}"/>
          </ac:spMkLst>
        </pc:spChg>
        <pc:picChg chg="add mod">
          <ac:chgData name="Poomathi Thangarasu" userId="31a6cd82-5c58-4179-b63b-c97f153e0450" providerId="ADAL" clId="{81A7DF19-D9E9-4FFE-95CE-BB2158153202}" dt="2024-11-27T14:09:02.911" v="84" actId="14100"/>
          <ac:picMkLst>
            <pc:docMk/>
            <pc:sldMk cId="4217137610" sldId="515"/>
            <ac:picMk id="3" creationId="{827B14C9-6E56-C32C-5A92-A78B8FB08E1F}"/>
          </ac:picMkLst>
        </pc:picChg>
      </pc:sldChg>
      <pc:sldChg chg="modSp mod">
        <pc:chgData name="Poomathi Thangarasu" userId="31a6cd82-5c58-4179-b63b-c97f153e0450" providerId="ADAL" clId="{81A7DF19-D9E9-4FFE-95CE-BB2158153202}" dt="2024-11-29T04:12:37.913" v="610" actId="404"/>
        <pc:sldMkLst>
          <pc:docMk/>
          <pc:sldMk cId="2410424579" sldId="526"/>
        </pc:sldMkLst>
        <pc:spChg chg="mod">
          <ac:chgData name="Poomathi Thangarasu" userId="31a6cd82-5c58-4179-b63b-c97f153e0450" providerId="ADAL" clId="{81A7DF19-D9E9-4FFE-95CE-BB2158153202}" dt="2024-11-29T04:12:37.913" v="610" actId="404"/>
          <ac:spMkLst>
            <pc:docMk/>
            <pc:sldMk cId="2410424579" sldId="526"/>
            <ac:spMk id="2" creationId="{2FA5B2BB-3652-C5DE-6222-8243D8D55BFE}"/>
          </ac:spMkLst>
        </pc:spChg>
      </pc:sldChg>
      <pc:sldChg chg="ord">
        <pc:chgData name="Poomathi Thangarasu" userId="31a6cd82-5c58-4179-b63b-c97f153e0450" providerId="ADAL" clId="{81A7DF19-D9E9-4FFE-95CE-BB2158153202}" dt="2024-11-29T04:22:02.080" v="750"/>
        <pc:sldMkLst>
          <pc:docMk/>
          <pc:sldMk cId="3005070709" sldId="528"/>
        </pc:sldMkLst>
      </pc:sldChg>
      <pc:sldChg chg="del">
        <pc:chgData name="Poomathi Thangarasu" userId="31a6cd82-5c58-4179-b63b-c97f153e0450" providerId="ADAL" clId="{81A7DF19-D9E9-4FFE-95CE-BB2158153202}" dt="2024-11-29T03:56:58.190" v="396" actId="47"/>
        <pc:sldMkLst>
          <pc:docMk/>
          <pc:sldMk cId="228880180" sldId="566"/>
        </pc:sldMkLst>
      </pc:sldChg>
      <pc:sldChg chg="add">
        <pc:chgData name="Poomathi Thangarasu" userId="31a6cd82-5c58-4179-b63b-c97f153e0450" providerId="ADAL" clId="{81A7DF19-D9E9-4FFE-95CE-BB2158153202}" dt="2024-11-27T14:04:05.298" v="0" actId="2890"/>
        <pc:sldMkLst>
          <pc:docMk/>
          <pc:sldMk cId="1659723273" sldId="567"/>
        </pc:sldMkLst>
      </pc:sldChg>
      <pc:sldChg chg="addSp modSp add mod">
        <pc:chgData name="Poomathi Thangarasu" userId="31a6cd82-5c58-4179-b63b-c97f153e0450" providerId="ADAL" clId="{81A7DF19-D9E9-4FFE-95CE-BB2158153202}" dt="2024-11-27T14:06:53.706" v="46" actId="1076"/>
        <pc:sldMkLst>
          <pc:docMk/>
          <pc:sldMk cId="1041911268" sldId="568"/>
        </pc:sldMkLst>
        <pc:spChg chg="mod">
          <ac:chgData name="Poomathi Thangarasu" userId="31a6cd82-5c58-4179-b63b-c97f153e0450" providerId="ADAL" clId="{81A7DF19-D9E9-4FFE-95CE-BB2158153202}" dt="2024-11-27T14:06:37.633" v="41" actId="33524"/>
          <ac:spMkLst>
            <pc:docMk/>
            <pc:sldMk cId="1041911268" sldId="568"/>
            <ac:spMk id="3" creationId="{5FAF0B8B-2FA0-7D88-B529-85CF2FDB866C}"/>
          </ac:spMkLst>
        </pc:spChg>
        <pc:spChg chg="mod">
          <ac:chgData name="Poomathi Thangarasu" userId="31a6cd82-5c58-4179-b63b-c97f153e0450" providerId="ADAL" clId="{81A7DF19-D9E9-4FFE-95CE-BB2158153202}" dt="2024-11-27T14:06:07.892" v="28" actId="20577"/>
          <ac:spMkLst>
            <pc:docMk/>
            <pc:sldMk cId="1041911268" sldId="568"/>
            <ac:spMk id="9" creationId="{2FDADD92-4E39-7713-520E-D88B1D53A255}"/>
          </ac:spMkLst>
        </pc:spChg>
        <pc:picChg chg="add mod">
          <ac:chgData name="Poomathi Thangarasu" userId="31a6cd82-5c58-4179-b63b-c97f153e0450" providerId="ADAL" clId="{81A7DF19-D9E9-4FFE-95CE-BB2158153202}" dt="2024-11-27T14:06:53.706" v="46" actId="1076"/>
          <ac:picMkLst>
            <pc:docMk/>
            <pc:sldMk cId="1041911268" sldId="568"/>
            <ac:picMk id="4" creationId="{076543A2-9FAA-180E-6855-FF764DA7B485}"/>
          </ac:picMkLst>
        </pc:picChg>
      </pc:sldChg>
      <pc:sldChg chg="addSp delSp modSp add mod ord">
        <pc:chgData name="Poomathi Thangarasu" userId="31a6cd82-5c58-4179-b63b-c97f153e0450" providerId="ADAL" clId="{81A7DF19-D9E9-4FFE-95CE-BB2158153202}" dt="2024-11-27T14:07:55.857" v="65"/>
        <pc:sldMkLst>
          <pc:docMk/>
          <pc:sldMk cId="2581771349" sldId="569"/>
        </pc:sldMkLst>
        <pc:spChg chg="mod">
          <ac:chgData name="Poomathi Thangarasu" userId="31a6cd82-5c58-4179-b63b-c97f153e0450" providerId="ADAL" clId="{81A7DF19-D9E9-4FFE-95CE-BB2158153202}" dt="2024-11-27T14:07:31.668" v="58" actId="20577"/>
          <ac:spMkLst>
            <pc:docMk/>
            <pc:sldMk cId="2581771349" sldId="569"/>
            <ac:spMk id="3" creationId="{5FAF0B8B-2FA0-7D88-B529-85CF2FDB866C}"/>
          </ac:spMkLst>
        </pc:spChg>
        <pc:spChg chg="mod">
          <ac:chgData name="Poomathi Thangarasu" userId="31a6cd82-5c58-4179-b63b-c97f153e0450" providerId="ADAL" clId="{81A7DF19-D9E9-4FFE-95CE-BB2158153202}" dt="2024-11-27T14:07:08.878" v="49" actId="20577"/>
          <ac:spMkLst>
            <pc:docMk/>
            <pc:sldMk cId="2581771349" sldId="569"/>
            <ac:spMk id="9" creationId="{2FDADD92-4E39-7713-520E-D88B1D53A255}"/>
          </ac:spMkLst>
        </pc:spChg>
        <pc:picChg chg="add mod">
          <ac:chgData name="Poomathi Thangarasu" userId="31a6cd82-5c58-4179-b63b-c97f153e0450" providerId="ADAL" clId="{81A7DF19-D9E9-4FFE-95CE-BB2158153202}" dt="2024-11-27T14:07:45.503" v="63" actId="14100"/>
          <ac:picMkLst>
            <pc:docMk/>
            <pc:sldMk cId="2581771349" sldId="569"/>
            <ac:picMk id="5" creationId="{4567958A-E046-21A1-2B70-56FB8794351D}"/>
          </ac:picMkLst>
        </pc:picChg>
      </pc:sldChg>
      <pc:sldChg chg="add ord">
        <pc:chgData name="Poomathi Thangarasu" userId="31a6cd82-5c58-4179-b63b-c97f153e0450" providerId="ADAL" clId="{81A7DF19-D9E9-4FFE-95CE-BB2158153202}" dt="2024-11-27T14:14:07.580" v="163"/>
        <pc:sldMkLst>
          <pc:docMk/>
          <pc:sldMk cId="3070660472" sldId="570"/>
        </pc:sldMkLst>
      </pc:sldChg>
      <pc:sldChg chg="addSp delSp modSp add mod">
        <pc:chgData name="Poomathi Thangarasu" userId="31a6cd82-5c58-4179-b63b-c97f153e0450" providerId="ADAL" clId="{81A7DF19-D9E9-4FFE-95CE-BB2158153202}" dt="2024-11-27T14:11:55.579" v="132" actId="14100"/>
        <pc:sldMkLst>
          <pc:docMk/>
          <pc:sldMk cId="3259904246" sldId="571"/>
        </pc:sldMkLst>
        <pc:spChg chg="mod">
          <ac:chgData name="Poomathi Thangarasu" userId="31a6cd82-5c58-4179-b63b-c97f153e0450" providerId="ADAL" clId="{81A7DF19-D9E9-4FFE-95CE-BB2158153202}" dt="2024-11-27T14:10:55.502" v="119" actId="33524"/>
          <ac:spMkLst>
            <pc:docMk/>
            <pc:sldMk cId="3259904246" sldId="571"/>
            <ac:spMk id="4" creationId="{31B1A91B-FC85-1ABF-D739-299A9ED2EC4D}"/>
          </ac:spMkLst>
        </pc:spChg>
        <pc:spChg chg="add mod">
          <ac:chgData name="Poomathi Thangarasu" userId="31a6cd82-5c58-4179-b63b-c97f153e0450" providerId="ADAL" clId="{81A7DF19-D9E9-4FFE-95CE-BB2158153202}" dt="2024-11-27T14:11:31.954" v="127" actId="20577"/>
          <ac:spMkLst>
            <pc:docMk/>
            <pc:sldMk cId="3259904246" sldId="571"/>
            <ac:spMk id="5" creationId="{1F27EF95-2CE3-2029-CBBB-8EDC20D17D12}"/>
          </ac:spMkLst>
        </pc:spChg>
        <pc:picChg chg="add mod">
          <ac:chgData name="Poomathi Thangarasu" userId="31a6cd82-5c58-4179-b63b-c97f153e0450" providerId="ADAL" clId="{81A7DF19-D9E9-4FFE-95CE-BB2158153202}" dt="2024-11-27T14:11:55.579" v="132" actId="14100"/>
          <ac:picMkLst>
            <pc:docMk/>
            <pc:sldMk cId="3259904246" sldId="571"/>
            <ac:picMk id="11" creationId="{931A6F51-CA1D-3B51-B7FC-A95584B383D3}"/>
          </ac:picMkLst>
        </pc:picChg>
      </pc:sldChg>
      <pc:sldChg chg="addSp delSp modSp add mod">
        <pc:chgData name="Poomathi Thangarasu" userId="31a6cd82-5c58-4179-b63b-c97f153e0450" providerId="ADAL" clId="{81A7DF19-D9E9-4FFE-95CE-BB2158153202}" dt="2024-11-27T14:13:48.363" v="158" actId="1076"/>
        <pc:sldMkLst>
          <pc:docMk/>
          <pc:sldMk cId="1403591423" sldId="572"/>
        </pc:sldMkLst>
        <pc:spChg chg="mod">
          <ac:chgData name="Poomathi Thangarasu" userId="31a6cd82-5c58-4179-b63b-c97f153e0450" providerId="ADAL" clId="{81A7DF19-D9E9-4FFE-95CE-BB2158153202}" dt="2024-11-27T14:12:48.670" v="141" actId="20577"/>
          <ac:spMkLst>
            <pc:docMk/>
            <pc:sldMk cId="1403591423" sldId="572"/>
            <ac:spMk id="5" creationId="{1F27EF95-2CE3-2029-CBBB-8EDC20D17D12}"/>
          </ac:spMkLst>
        </pc:spChg>
        <pc:spChg chg="add mod">
          <ac:chgData name="Poomathi Thangarasu" userId="31a6cd82-5c58-4179-b63b-c97f153e0450" providerId="ADAL" clId="{81A7DF19-D9E9-4FFE-95CE-BB2158153202}" dt="2024-11-27T14:13:32.435" v="155" actId="14100"/>
          <ac:spMkLst>
            <pc:docMk/>
            <pc:sldMk cId="1403591423" sldId="572"/>
            <ac:spMk id="7" creationId="{424C4917-2BD8-31F1-791C-7778872202FE}"/>
          </ac:spMkLst>
        </pc:spChg>
        <pc:picChg chg="add mod">
          <ac:chgData name="Poomathi Thangarasu" userId="31a6cd82-5c58-4179-b63b-c97f153e0450" providerId="ADAL" clId="{81A7DF19-D9E9-4FFE-95CE-BB2158153202}" dt="2024-11-27T14:13:05.339" v="146" actId="1076"/>
          <ac:picMkLst>
            <pc:docMk/>
            <pc:sldMk cId="1403591423" sldId="572"/>
            <ac:picMk id="3" creationId="{97863DE6-162B-020E-56D8-F79ADD0D5F4C}"/>
          </ac:picMkLst>
        </pc:picChg>
        <pc:picChg chg="add mod">
          <ac:chgData name="Poomathi Thangarasu" userId="31a6cd82-5c58-4179-b63b-c97f153e0450" providerId="ADAL" clId="{81A7DF19-D9E9-4FFE-95CE-BB2158153202}" dt="2024-11-27T14:13:48.363" v="158" actId="1076"/>
          <ac:picMkLst>
            <pc:docMk/>
            <pc:sldMk cId="1403591423" sldId="572"/>
            <ac:picMk id="12" creationId="{4A5D8A33-2457-837A-C105-08A9FE31E734}"/>
          </ac:picMkLst>
        </pc:picChg>
      </pc:sldChg>
      <pc:sldChg chg="add">
        <pc:chgData name="Poomathi Thangarasu" userId="31a6cd82-5c58-4179-b63b-c97f153e0450" providerId="ADAL" clId="{81A7DF19-D9E9-4FFE-95CE-BB2158153202}" dt="2024-11-27T14:13:50.887" v="159" actId="2890"/>
        <pc:sldMkLst>
          <pc:docMk/>
          <pc:sldMk cId="2080988166" sldId="573"/>
        </pc:sldMkLst>
      </pc:sldChg>
      <pc:sldChg chg="addSp delSp modSp add mod">
        <pc:chgData name="Poomathi Thangarasu" userId="31a6cd82-5c58-4179-b63b-c97f153e0450" providerId="ADAL" clId="{81A7DF19-D9E9-4FFE-95CE-BB2158153202}" dt="2024-11-27T14:15:23.331" v="182" actId="1076"/>
        <pc:sldMkLst>
          <pc:docMk/>
          <pc:sldMk cId="861453235" sldId="574"/>
        </pc:sldMkLst>
        <pc:spChg chg="mod">
          <ac:chgData name="Poomathi Thangarasu" userId="31a6cd82-5c58-4179-b63b-c97f153e0450" providerId="ADAL" clId="{81A7DF19-D9E9-4FFE-95CE-BB2158153202}" dt="2024-11-27T14:14:42.160" v="173" actId="20577"/>
          <ac:spMkLst>
            <pc:docMk/>
            <pc:sldMk cId="861453235" sldId="574"/>
            <ac:spMk id="5" creationId="{1F27EF95-2CE3-2029-CBBB-8EDC20D17D12}"/>
          </ac:spMkLst>
        </pc:spChg>
        <pc:spChg chg="mod">
          <ac:chgData name="Poomathi Thangarasu" userId="31a6cd82-5c58-4179-b63b-c97f153e0450" providerId="ADAL" clId="{81A7DF19-D9E9-4FFE-95CE-BB2158153202}" dt="2024-11-27T14:15:11.849" v="177"/>
          <ac:spMkLst>
            <pc:docMk/>
            <pc:sldMk cId="861453235" sldId="574"/>
            <ac:spMk id="7" creationId="{424C4917-2BD8-31F1-791C-7778872202FE}"/>
          </ac:spMkLst>
        </pc:spChg>
        <pc:picChg chg="add mod">
          <ac:chgData name="Poomathi Thangarasu" userId="31a6cd82-5c58-4179-b63b-c97f153e0450" providerId="ADAL" clId="{81A7DF19-D9E9-4FFE-95CE-BB2158153202}" dt="2024-11-27T14:14:57.102" v="176" actId="1076"/>
          <ac:picMkLst>
            <pc:docMk/>
            <pc:sldMk cId="861453235" sldId="574"/>
            <ac:picMk id="4" creationId="{E94CAF0D-6D2F-EED9-C23D-4FEBDC9B2803}"/>
          </ac:picMkLst>
        </pc:picChg>
        <pc:picChg chg="add mod">
          <ac:chgData name="Poomathi Thangarasu" userId="31a6cd82-5c58-4179-b63b-c97f153e0450" providerId="ADAL" clId="{81A7DF19-D9E9-4FFE-95CE-BB2158153202}" dt="2024-11-27T14:15:23.331" v="182" actId="1076"/>
          <ac:picMkLst>
            <pc:docMk/>
            <pc:sldMk cId="861453235" sldId="574"/>
            <ac:picMk id="10" creationId="{0E949C41-88B3-E396-356E-D159179DD8C7}"/>
          </ac:picMkLst>
        </pc:picChg>
      </pc:sldChg>
      <pc:sldChg chg="addSp delSp modSp add mod">
        <pc:chgData name="Poomathi Thangarasu" userId="31a6cd82-5c58-4179-b63b-c97f153e0450" providerId="ADAL" clId="{81A7DF19-D9E9-4FFE-95CE-BB2158153202}" dt="2024-11-27T14:16:32.169" v="195" actId="33524"/>
        <pc:sldMkLst>
          <pc:docMk/>
          <pc:sldMk cId="3455456480" sldId="575"/>
        </pc:sldMkLst>
        <pc:spChg chg="mod">
          <ac:chgData name="Poomathi Thangarasu" userId="31a6cd82-5c58-4179-b63b-c97f153e0450" providerId="ADAL" clId="{81A7DF19-D9E9-4FFE-95CE-BB2158153202}" dt="2024-11-27T14:15:57.487" v="188"/>
          <ac:spMkLst>
            <pc:docMk/>
            <pc:sldMk cId="3455456480" sldId="575"/>
            <ac:spMk id="5" creationId="{1F27EF95-2CE3-2029-CBBB-8EDC20D17D12}"/>
          </ac:spMkLst>
        </pc:spChg>
        <pc:spChg chg="add mod">
          <ac:chgData name="Poomathi Thangarasu" userId="31a6cd82-5c58-4179-b63b-c97f153e0450" providerId="ADAL" clId="{81A7DF19-D9E9-4FFE-95CE-BB2158153202}" dt="2024-11-27T14:16:32.169" v="195" actId="33524"/>
          <ac:spMkLst>
            <pc:docMk/>
            <pc:sldMk cId="3455456480" sldId="575"/>
            <ac:spMk id="11" creationId="{32C40472-8CA6-F3B7-1942-BEA6467DB1F4}"/>
          </ac:spMkLst>
        </pc:spChg>
        <pc:picChg chg="add mod">
          <ac:chgData name="Poomathi Thangarasu" userId="31a6cd82-5c58-4179-b63b-c97f153e0450" providerId="ADAL" clId="{81A7DF19-D9E9-4FFE-95CE-BB2158153202}" dt="2024-11-27T14:16:13.548" v="190" actId="1076"/>
          <ac:picMkLst>
            <pc:docMk/>
            <pc:sldMk cId="3455456480" sldId="575"/>
            <ac:picMk id="3" creationId="{AB2501E5-E105-909C-0F3B-F62B844A979B}"/>
          </ac:picMkLst>
        </pc:picChg>
      </pc:sldChg>
      <pc:sldChg chg="addSp delSp modSp add mod">
        <pc:chgData name="Poomathi Thangarasu" userId="31a6cd82-5c58-4179-b63b-c97f153e0450" providerId="ADAL" clId="{81A7DF19-D9E9-4FFE-95CE-BB2158153202}" dt="2024-11-27T14:18:05.730" v="211" actId="1076"/>
        <pc:sldMkLst>
          <pc:docMk/>
          <pc:sldMk cId="1652304280" sldId="576"/>
        </pc:sldMkLst>
        <pc:spChg chg="mod">
          <ac:chgData name="Poomathi Thangarasu" userId="31a6cd82-5c58-4179-b63b-c97f153e0450" providerId="ADAL" clId="{81A7DF19-D9E9-4FFE-95CE-BB2158153202}" dt="2024-11-27T14:17:26.002" v="205" actId="6549"/>
          <ac:spMkLst>
            <pc:docMk/>
            <pc:sldMk cId="1652304280" sldId="576"/>
            <ac:spMk id="5" creationId="{1F27EF95-2CE3-2029-CBBB-8EDC20D17D12}"/>
          </ac:spMkLst>
        </pc:spChg>
        <pc:spChg chg="add mod">
          <ac:chgData name="Poomathi Thangarasu" userId="31a6cd82-5c58-4179-b63b-c97f153e0450" providerId="ADAL" clId="{81A7DF19-D9E9-4FFE-95CE-BB2158153202}" dt="2024-11-27T14:18:05.730" v="211" actId="1076"/>
          <ac:spMkLst>
            <pc:docMk/>
            <pc:sldMk cId="1652304280" sldId="576"/>
            <ac:spMk id="7" creationId="{F4710ABB-4287-F9DD-4906-E667BF31DB2C}"/>
          </ac:spMkLst>
        </pc:spChg>
        <pc:picChg chg="add mod">
          <ac:chgData name="Poomathi Thangarasu" userId="31a6cd82-5c58-4179-b63b-c97f153e0450" providerId="ADAL" clId="{81A7DF19-D9E9-4FFE-95CE-BB2158153202}" dt="2024-11-27T14:17:46.025" v="207" actId="1076"/>
          <ac:picMkLst>
            <pc:docMk/>
            <pc:sldMk cId="1652304280" sldId="576"/>
            <ac:picMk id="4" creationId="{9E9C489D-668D-CA35-AE0D-7AA504EBF233}"/>
          </ac:picMkLst>
        </pc:picChg>
      </pc:sldChg>
      <pc:sldChg chg="addSp delSp modSp add mod">
        <pc:chgData name="Poomathi Thangarasu" userId="31a6cd82-5c58-4179-b63b-c97f153e0450" providerId="ADAL" clId="{81A7DF19-D9E9-4FFE-95CE-BB2158153202}" dt="2024-11-27T14:18:49.526" v="220" actId="1076"/>
        <pc:sldMkLst>
          <pc:docMk/>
          <pc:sldMk cId="1375368576" sldId="577"/>
        </pc:sldMkLst>
        <pc:picChg chg="add mod">
          <ac:chgData name="Poomathi Thangarasu" userId="31a6cd82-5c58-4179-b63b-c97f153e0450" providerId="ADAL" clId="{81A7DF19-D9E9-4FFE-95CE-BB2158153202}" dt="2024-11-27T14:18:36.005" v="218" actId="1076"/>
          <ac:picMkLst>
            <pc:docMk/>
            <pc:sldMk cId="1375368576" sldId="577"/>
            <ac:picMk id="3" creationId="{5A35FEB6-CBD8-B87C-6A37-49C25E2C9F47}"/>
          </ac:picMkLst>
        </pc:picChg>
        <pc:picChg chg="add mod">
          <ac:chgData name="Poomathi Thangarasu" userId="31a6cd82-5c58-4179-b63b-c97f153e0450" providerId="ADAL" clId="{81A7DF19-D9E9-4FFE-95CE-BB2158153202}" dt="2024-11-27T14:18:49.526" v="220" actId="1076"/>
          <ac:picMkLst>
            <pc:docMk/>
            <pc:sldMk cId="1375368576" sldId="577"/>
            <ac:picMk id="10" creationId="{5574CB6E-8434-155E-E0B5-313DADA1C27B}"/>
          </ac:picMkLst>
        </pc:picChg>
      </pc:sldChg>
      <pc:sldChg chg="addSp delSp modSp add mod">
        <pc:chgData name="Poomathi Thangarasu" userId="31a6cd82-5c58-4179-b63b-c97f153e0450" providerId="ADAL" clId="{81A7DF19-D9E9-4FFE-95CE-BB2158153202}" dt="2024-11-27T14:21:15.332" v="248" actId="1076"/>
        <pc:sldMkLst>
          <pc:docMk/>
          <pc:sldMk cId="3682237471" sldId="578"/>
        </pc:sldMkLst>
        <pc:spChg chg="add mod">
          <ac:chgData name="Poomathi Thangarasu" userId="31a6cd82-5c58-4179-b63b-c97f153e0450" providerId="ADAL" clId="{81A7DF19-D9E9-4FFE-95CE-BB2158153202}" dt="2024-11-27T14:19:50.905" v="233"/>
          <ac:spMkLst>
            <pc:docMk/>
            <pc:sldMk cId="3682237471" sldId="578"/>
            <ac:spMk id="4" creationId="{24D5B445-C525-08B1-FE53-E689FE92602E}"/>
          </ac:spMkLst>
        </pc:spChg>
        <pc:spChg chg="add mod">
          <ac:chgData name="Poomathi Thangarasu" userId="31a6cd82-5c58-4179-b63b-c97f153e0450" providerId="ADAL" clId="{81A7DF19-D9E9-4FFE-95CE-BB2158153202}" dt="2024-11-27T14:20:42.792" v="242" actId="20577"/>
          <ac:spMkLst>
            <pc:docMk/>
            <pc:sldMk cId="3682237471" sldId="578"/>
            <ac:spMk id="13" creationId="{64A77996-8F9F-08D0-CD95-BA1AF3FA7127}"/>
          </ac:spMkLst>
        </pc:spChg>
        <pc:spChg chg="add mod">
          <ac:chgData name="Poomathi Thangarasu" userId="31a6cd82-5c58-4179-b63b-c97f153e0450" providerId="ADAL" clId="{81A7DF19-D9E9-4FFE-95CE-BB2158153202}" dt="2024-11-27T14:21:11.645" v="247" actId="1076"/>
          <ac:spMkLst>
            <pc:docMk/>
            <pc:sldMk cId="3682237471" sldId="578"/>
            <ac:spMk id="19" creationId="{5CBAB52F-62DB-767B-B65B-3A928926285C}"/>
          </ac:spMkLst>
        </pc:spChg>
        <pc:picChg chg="add mod">
          <ac:chgData name="Poomathi Thangarasu" userId="31a6cd82-5c58-4179-b63b-c97f153e0450" providerId="ADAL" clId="{81A7DF19-D9E9-4FFE-95CE-BB2158153202}" dt="2024-11-27T14:21:15.332" v="248" actId="1076"/>
          <ac:picMkLst>
            <pc:docMk/>
            <pc:sldMk cId="3682237471" sldId="578"/>
            <ac:picMk id="15" creationId="{CF387F91-1753-C79F-1B3F-3DAC3C6E6248}"/>
          </ac:picMkLst>
        </pc:picChg>
        <pc:picChg chg="add mod">
          <ac:chgData name="Poomathi Thangarasu" userId="31a6cd82-5c58-4179-b63b-c97f153e0450" providerId="ADAL" clId="{81A7DF19-D9E9-4FFE-95CE-BB2158153202}" dt="2024-11-27T14:20:47.314" v="243" actId="1076"/>
          <ac:picMkLst>
            <pc:docMk/>
            <pc:sldMk cId="3682237471" sldId="578"/>
            <ac:picMk id="17" creationId="{62A7D958-E22F-2487-C612-3E84CE108457}"/>
          </ac:picMkLst>
        </pc:picChg>
      </pc:sldChg>
      <pc:sldChg chg="addSp delSp modSp add mod">
        <pc:chgData name="Poomathi Thangarasu" userId="31a6cd82-5c58-4179-b63b-c97f153e0450" providerId="ADAL" clId="{81A7DF19-D9E9-4FFE-95CE-BB2158153202}" dt="2024-11-27T14:24:54.522" v="312"/>
        <pc:sldMkLst>
          <pc:docMk/>
          <pc:sldMk cId="301294895" sldId="579"/>
        </pc:sldMkLst>
        <pc:spChg chg="mod">
          <ac:chgData name="Poomathi Thangarasu" userId="31a6cd82-5c58-4179-b63b-c97f153e0450" providerId="ADAL" clId="{81A7DF19-D9E9-4FFE-95CE-BB2158153202}" dt="2024-11-27T14:24:47.421" v="309" actId="21"/>
          <ac:spMkLst>
            <pc:docMk/>
            <pc:sldMk cId="301294895" sldId="579"/>
            <ac:spMk id="4" creationId="{24D5B445-C525-08B1-FE53-E689FE92602E}"/>
          </ac:spMkLst>
        </pc:spChg>
        <pc:spChg chg="add del mod">
          <ac:chgData name="Poomathi Thangarasu" userId="31a6cd82-5c58-4179-b63b-c97f153e0450" providerId="ADAL" clId="{81A7DF19-D9E9-4FFE-95CE-BB2158153202}" dt="2024-11-27T14:23:15.763" v="284" actId="21"/>
          <ac:spMkLst>
            <pc:docMk/>
            <pc:sldMk cId="301294895" sldId="579"/>
            <ac:spMk id="6" creationId="{10C1D792-D6F8-FC45-7227-1CA5112E5704}"/>
          </ac:spMkLst>
        </pc:spChg>
        <pc:spChg chg="mod">
          <ac:chgData name="Poomathi Thangarasu" userId="31a6cd82-5c58-4179-b63b-c97f153e0450" providerId="ADAL" clId="{81A7DF19-D9E9-4FFE-95CE-BB2158153202}" dt="2024-11-27T14:24:54.522" v="312"/>
          <ac:spMkLst>
            <pc:docMk/>
            <pc:sldMk cId="301294895" sldId="579"/>
            <ac:spMk id="9" creationId="{2FDADD92-4E39-7713-520E-D88B1D53A255}"/>
          </ac:spMkLst>
        </pc:spChg>
        <pc:picChg chg="add mod">
          <ac:chgData name="Poomathi Thangarasu" userId="31a6cd82-5c58-4179-b63b-c97f153e0450" providerId="ADAL" clId="{81A7DF19-D9E9-4FFE-95CE-BB2158153202}" dt="2024-11-27T14:21:56.305" v="264" actId="1076"/>
          <ac:picMkLst>
            <pc:docMk/>
            <pc:sldMk cId="301294895" sldId="579"/>
            <ac:picMk id="3" creationId="{339CA0D1-1E55-411A-4635-C850B32B2BDC}"/>
          </ac:picMkLst>
        </pc:picChg>
      </pc:sldChg>
      <pc:sldChg chg="addSp delSp modSp add mod">
        <pc:chgData name="Poomathi Thangarasu" userId="31a6cd82-5c58-4179-b63b-c97f153e0450" providerId="ADAL" clId="{81A7DF19-D9E9-4FFE-95CE-BB2158153202}" dt="2024-11-27T14:24:43.945" v="308" actId="1076"/>
        <pc:sldMkLst>
          <pc:docMk/>
          <pc:sldMk cId="3539209622" sldId="580"/>
        </pc:sldMkLst>
        <pc:spChg chg="mod">
          <ac:chgData name="Poomathi Thangarasu" userId="31a6cd82-5c58-4179-b63b-c97f153e0450" providerId="ADAL" clId="{81A7DF19-D9E9-4FFE-95CE-BB2158153202}" dt="2024-11-27T14:24:43.945" v="308" actId="1076"/>
          <ac:spMkLst>
            <pc:docMk/>
            <pc:sldMk cId="3539209622" sldId="580"/>
            <ac:spMk id="9" creationId="{2FDADD92-4E39-7713-520E-D88B1D53A255}"/>
          </ac:spMkLst>
        </pc:spChg>
        <pc:spChg chg="add mod">
          <ac:chgData name="Poomathi Thangarasu" userId="31a6cd82-5c58-4179-b63b-c97f153e0450" providerId="ADAL" clId="{81A7DF19-D9E9-4FFE-95CE-BB2158153202}" dt="2024-11-27T14:24:39.654" v="306" actId="21"/>
          <ac:spMkLst>
            <pc:docMk/>
            <pc:sldMk cId="3539209622" sldId="580"/>
            <ac:spMk id="10" creationId="{C67D68D4-202D-C77D-FEF9-E2CF92DE144C}"/>
          </ac:spMkLst>
        </pc:spChg>
        <pc:spChg chg="add mod">
          <ac:chgData name="Poomathi Thangarasu" userId="31a6cd82-5c58-4179-b63b-c97f153e0450" providerId="ADAL" clId="{81A7DF19-D9E9-4FFE-95CE-BB2158153202}" dt="2024-11-27T14:24:19.255" v="299" actId="108"/>
          <ac:spMkLst>
            <pc:docMk/>
            <pc:sldMk cId="3539209622" sldId="580"/>
            <ac:spMk id="11" creationId="{DB16B595-175C-8BE9-8620-288D25D38F86}"/>
          </ac:spMkLst>
        </pc:spChg>
        <pc:picChg chg="add mod">
          <ac:chgData name="Poomathi Thangarasu" userId="31a6cd82-5c58-4179-b63b-c97f153e0450" providerId="ADAL" clId="{81A7DF19-D9E9-4FFE-95CE-BB2158153202}" dt="2024-11-27T14:23:56.678" v="296" actId="1076"/>
          <ac:picMkLst>
            <pc:docMk/>
            <pc:sldMk cId="3539209622" sldId="580"/>
            <ac:picMk id="5" creationId="{E742D39D-775A-9178-A005-132E40BD3407}"/>
          </ac:picMkLst>
        </pc:picChg>
        <pc:picChg chg="add mod">
          <ac:chgData name="Poomathi Thangarasu" userId="31a6cd82-5c58-4179-b63b-c97f153e0450" providerId="ADAL" clId="{81A7DF19-D9E9-4FFE-95CE-BB2158153202}" dt="2024-11-27T14:24:34.925" v="305" actId="1076"/>
          <ac:picMkLst>
            <pc:docMk/>
            <pc:sldMk cId="3539209622" sldId="580"/>
            <ac:picMk id="13" creationId="{F597A30D-7F52-4ED4-6B53-05FEBD0BF084}"/>
          </ac:picMkLst>
        </pc:picChg>
      </pc:sldChg>
      <pc:sldChg chg="addSp delSp modSp add mod">
        <pc:chgData name="Poomathi Thangarasu" userId="31a6cd82-5c58-4179-b63b-c97f153e0450" providerId="ADAL" clId="{81A7DF19-D9E9-4FFE-95CE-BB2158153202}" dt="2024-11-27T14:25:57.888" v="331" actId="20577"/>
        <pc:sldMkLst>
          <pc:docMk/>
          <pc:sldMk cId="2974240132" sldId="581"/>
        </pc:sldMkLst>
        <pc:spChg chg="mod">
          <ac:chgData name="Poomathi Thangarasu" userId="31a6cd82-5c58-4179-b63b-c97f153e0450" providerId="ADAL" clId="{81A7DF19-D9E9-4FFE-95CE-BB2158153202}" dt="2024-11-27T14:25:57.888" v="331" actId="20577"/>
          <ac:spMkLst>
            <pc:docMk/>
            <pc:sldMk cId="2974240132" sldId="581"/>
            <ac:spMk id="9" creationId="{2FDADD92-4E39-7713-520E-D88B1D53A255}"/>
          </ac:spMkLst>
        </pc:spChg>
        <pc:spChg chg="mod">
          <ac:chgData name="Poomathi Thangarasu" userId="31a6cd82-5c58-4179-b63b-c97f153e0450" providerId="ADAL" clId="{81A7DF19-D9E9-4FFE-95CE-BB2158153202}" dt="2024-11-27T14:25:22.615" v="314"/>
          <ac:spMkLst>
            <pc:docMk/>
            <pc:sldMk cId="2974240132" sldId="581"/>
            <ac:spMk id="10" creationId="{C67D68D4-202D-C77D-FEF9-E2CF92DE144C}"/>
          </ac:spMkLst>
        </pc:spChg>
      </pc:sldChg>
      <pc:sldChg chg="addSp delSp modSp add mod">
        <pc:chgData name="Poomathi Thangarasu" userId="31a6cd82-5c58-4179-b63b-c97f153e0450" providerId="ADAL" clId="{81A7DF19-D9E9-4FFE-95CE-BB2158153202}" dt="2024-11-27T14:27:01.842" v="349" actId="20577"/>
        <pc:sldMkLst>
          <pc:docMk/>
          <pc:sldMk cId="3367603400" sldId="582"/>
        </pc:sldMkLst>
        <pc:spChg chg="mod">
          <ac:chgData name="Poomathi Thangarasu" userId="31a6cd82-5c58-4179-b63b-c97f153e0450" providerId="ADAL" clId="{81A7DF19-D9E9-4FFE-95CE-BB2158153202}" dt="2024-11-27T14:27:01.842" v="349" actId="20577"/>
          <ac:spMkLst>
            <pc:docMk/>
            <pc:sldMk cId="3367603400" sldId="582"/>
            <ac:spMk id="9" creationId="{2FDADD92-4E39-7713-520E-D88B1D53A255}"/>
          </ac:spMkLst>
        </pc:spChg>
        <pc:picChg chg="add mod">
          <ac:chgData name="Poomathi Thangarasu" userId="31a6cd82-5c58-4179-b63b-c97f153e0450" providerId="ADAL" clId="{81A7DF19-D9E9-4FFE-95CE-BB2158153202}" dt="2024-11-27T14:26:34.937" v="340" actId="1076"/>
          <ac:picMkLst>
            <pc:docMk/>
            <pc:sldMk cId="3367603400" sldId="582"/>
            <ac:picMk id="3" creationId="{7BD54520-D101-689D-96F0-63D8B5910A8A}"/>
          </ac:picMkLst>
        </pc:picChg>
        <pc:picChg chg="add mod">
          <ac:chgData name="Poomathi Thangarasu" userId="31a6cd82-5c58-4179-b63b-c97f153e0450" providerId="ADAL" clId="{81A7DF19-D9E9-4FFE-95CE-BB2158153202}" dt="2024-11-27T14:26:32.985" v="339" actId="14100"/>
          <ac:picMkLst>
            <pc:docMk/>
            <pc:sldMk cId="3367603400" sldId="582"/>
            <ac:picMk id="4" creationId="{CFC19706-23DF-6D4E-6627-DD2881F52A36}"/>
          </ac:picMkLst>
        </pc:picChg>
        <pc:picChg chg="add mod">
          <ac:chgData name="Poomathi Thangarasu" userId="31a6cd82-5c58-4179-b63b-c97f153e0450" providerId="ADAL" clId="{81A7DF19-D9E9-4FFE-95CE-BB2158153202}" dt="2024-11-27T14:26:55.080" v="342" actId="1076"/>
          <ac:picMkLst>
            <pc:docMk/>
            <pc:sldMk cId="3367603400" sldId="582"/>
            <ac:picMk id="6" creationId="{139BDA20-BF89-16A9-6AC2-D6D8FE69668A}"/>
          </ac:picMkLst>
        </pc:picChg>
      </pc:sldChg>
      <pc:sldChg chg="addSp delSp modSp add mod">
        <pc:chgData name="Poomathi Thangarasu" userId="31a6cd82-5c58-4179-b63b-c97f153e0450" providerId="ADAL" clId="{81A7DF19-D9E9-4FFE-95CE-BB2158153202}" dt="2024-11-27T14:28:13.126" v="356" actId="22"/>
        <pc:sldMkLst>
          <pc:docMk/>
          <pc:sldMk cId="813132863" sldId="583"/>
        </pc:sldMkLst>
        <pc:picChg chg="add">
          <ac:chgData name="Poomathi Thangarasu" userId="31a6cd82-5c58-4179-b63b-c97f153e0450" providerId="ADAL" clId="{81A7DF19-D9E9-4FFE-95CE-BB2158153202}" dt="2024-11-27T14:28:13.126" v="356" actId="22"/>
          <ac:picMkLst>
            <pc:docMk/>
            <pc:sldMk cId="813132863" sldId="583"/>
            <ac:picMk id="7" creationId="{A606B6E0-0709-AA16-D340-D5D4D1E153F9}"/>
          </ac:picMkLst>
        </pc:picChg>
      </pc:sldChg>
      <pc:sldChg chg="add">
        <pc:chgData name="Poomathi Thangarasu" userId="31a6cd82-5c58-4179-b63b-c97f153e0450" providerId="ADAL" clId="{81A7DF19-D9E9-4FFE-95CE-BB2158153202}" dt="2024-11-27T14:28:10.706" v="354" actId="2890"/>
        <pc:sldMkLst>
          <pc:docMk/>
          <pc:sldMk cId="3932761455" sldId="584"/>
        </pc:sldMkLst>
      </pc:sldChg>
      <pc:sldChg chg="addSp delSp modSp add mod">
        <pc:chgData name="Poomathi Thangarasu" userId="31a6cd82-5c58-4179-b63b-c97f153e0450" providerId="ADAL" clId="{81A7DF19-D9E9-4FFE-95CE-BB2158153202}" dt="2024-11-29T04:11:04.390" v="587" actId="113"/>
        <pc:sldMkLst>
          <pc:docMk/>
          <pc:sldMk cId="2874900561" sldId="585"/>
        </pc:sldMkLst>
        <pc:spChg chg="add mod">
          <ac:chgData name="Poomathi Thangarasu" userId="31a6cd82-5c58-4179-b63b-c97f153e0450" providerId="ADAL" clId="{81A7DF19-D9E9-4FFE-95CE-BB2158153202}" dt="2024-11-27T14:28:55.142" v="365" actId="20577"/>
          <ac:spMkLst>
            <pc:docMk/>
            <pc:sldMk cId="2874900561" sldId="585"/>
            <ac:spMk id="3" creationId="{D5BC7C08-7D63-9C54-BE03-8F289853A8CC}"/>
          </ac:spMkLst>
        </pc:spChg>
        <pc:spChg chg="add mod">
          <ac:chgData name="Poomathi Thangarasu" userId="31a6cd82-5c58-4179-b63b-c97f153e0450" providerId="ADAL" clId="{81A7DF19-D9E9-4FFE-95CE-BB2158153202}" dt="2024-11-29T04:11:02.314" v="586" actId="113"/>
          <ac:spMkLst>
            <pc:docMk/>
            <pc:sldMk cId="2874900561" sldId="585"/>
            <ac:spMk id="6" creationId="{241F826B-9162-BD78-1560-ECC934252672}"/>
          </ac:spMkLst>
        </pc:spChg>
        <pc:spChg chg="mod">
          <ac:chgData name="Poomathi Thangarasu" userId="31a6cd82-5c58-4179-b63b-c97f153e0450" providerId="ADAL" clId="{81A7DF19-D9E9-4FFE-95CE-BB2158153202}" dt="2024-11-27T14:28:33.388" v="360" actId="20577"/>
          <ac:spMkLst>
            <pc:docMk/>
            <pc:sldMk cId="2874900561" sldId="585"/>
            <ac:spMk id="9" creationId="{2FDADD92-4E39-7713-520E-D88B1D53A255}"/>
          </ac:spMkLst>
        </pc:spChg>
        <pc:spChg chg="add mod">
          <ac:chgData name="Poomathi Thangarasu" userId="31a6cd82-5c58-4179-b63b-c97f153e0450" providerId="ADAL" clId="{81A7DF19-D9E9-4FFE-95CE-BB2158153202}" dt="2024-11-29T04:11:04.390" v="587" actId="113"/>
          <ac:spMkLst>
            <pc:docMk/>
            <pc:sldMk cId="2874900561" sldId="585"/>
            <ac:spMk id="10" creationId="{2F6B393A-27CF-4DFD-98C7-19486C31F27F}"/>
          </ac:spMkLst>
        </pc:spChg>
      </pc:sldChg>
      <pc:sldChg chg="addSp delSp modSp add mod">
        <pc:chgData name="Poomathi Thangarasu" userId="31a6cd82-5c58-4179-b63b-c97f153e0450" providerId="ADAL" clId="{81A7DF19-D9E9-4FFE-95CE-BB2158153202}" dt="2024-11-27T14:30:39.781" v="395" actId="14100"/>
        <pc:sldMkLst>
          <pc:docMk/>
          <pc:sldMk cId="2580016887" sldId="586"/>
        </pc:sldMkLst>
        <pc:spChg chg="mod">
          <ac:chgData name="Poomathi Thangarasu" userId="31a6cd82-5c58-4179-b63b-c97f153e0450" providerId="ADAL" clId="{81A7DF19-D9E9-4FFE-95CE-BB2158153202}" dt="2024-11-27T14:30:39.781" v="395" actId="14100"/>
          <ac:spMkLst>
            <pc:docMk/>
            <pc:sldMk cId="2580016887" sldId="586"/>
            <ac:spMk id="9" creationId="{2FDADD92-4E39-7713-520E-D88B1D53A255}"/>
          </ac:spMkLst>
        </pc:spChg>
        <pc:picChg chg="add">
          <ac:chgData name="Poomathi Thangarasu" userId="31a6cd82-5c58-4179-b63b-c97f153e0450" providerId="ADAL" clId="{81A7DF19-D9E9-4FFE-95CE-BB2158153202}" dt="2024-11-27T14:30:23.817" v="391" actId="22"/>
          <ac:picMkLst>
            <pc:docMk/>
            <pc:sldMk cId="2580016887" sldId="586"/>
            <ac:picMk id="4" creationId="{9FE10508-1EB0-14EF-57DE-3137F914CBC9}"/>
          </ac:picMkLst>
        </pc:picChg>
      </pc:sldChg>
      <pc:sldChg chg="addSp delSp add mod">
        <pc:chgData name="Poomathi Thangarasu" userId="31a6cd82-5c58-4179-b63b-c97f153e0450" providerId="ADAL" clId="{81A7DF19-D9E9-4FFE-95CE-BB2158153202}" dt="2024-11-29T03:58:47.633" v="399" actId="22"/>
        <pc:sldMkLst>
          <pc:docMk/>
          <pc:sldMk cId="3508300364" sldId="587"/>
        </pc:sldMkLst>
        <pc:picChg chg="add">
          <ac:chgData name="Poomathi Thangarasu" userId="31a6cd82-5c58-4179-b63b-c97f153e0450" providerId="ADAL" clId="{81A7DF19-D9E9-4FFE-95CE-BB2158153202}" dt="2024-11-29T03:58:47.633" v="399" actId="22"/>
          <ac:picMkLst>
            <pc:docMk/>
            <pc:sldMk cId="3508300364" sldId="587"/>
            <ac:picMk id="4" creationId="{C1A35102-C123-1E83-A7EB-B1EE71FDE547}"/>
          </ac:picMkLst>
        </pc:picChg>
      </pc:sldChg>
      <pc:sldChg chg="addSp delSp modSp add mod">
        <pc:chgData name="Poomathi Thangarasu" userId="31a6cd82-5c58-4179-b63b-c97f153e0450" providerId="ADAL" clId="{81A7DF19-D9E9-4FFE-95CE-BB2158153202}" dt="2024-11-29T04:01:19.886" v="440" actId="20577"/>
        <pc:sldMkLst>
          <pc:docMk/>
          <pc:sldMk cId="865149056" sldId="588"/>
        </pc:sldMkLst>
        <pc:spChg chg="add mod">
          <ac:chgData name="Poomathi Thangarasu" userId="31a6cd82-5c58-4179-b63b-c97f153e0450" providerId="ADAL" clId="{81A7DF19-D9E9-4FFE-95CE-BB2158153202}" dt="2024-11-29T04:00:30.598" v="423" actId="403"/>
          <ac:spMkLst>
            <pc:docMk/>
            <pc:sldMk cId="865149056" sldId="588"/>
            <ac:spMk id="5" creationId="{15F922ED-2406-AD87-F2B9-50AF23F20ADA}"/>
          </ac:spMkLst>
        </pc:spChg>
        <pc:spChg chg="add mod">
          <ac:chgData name="Poomathi Thangarasu" userId="31a6cd82-5c58-4179-b63b-c97f153e0450" providerId="ADAL" clId="{81A7DF19-D9E9-4FFE-95CE-BB2158153202}" dt="2024-11-29T04:01:19.886" v="440" actId="20577"/>
          <ac:spMkLst>
            <pc:docMk/>
            <pc:sldMk cId="865149056" sldId="588"/>
            <ac:spMk id="6" creationId="{0F6E8527-A799-02E5-03CD-4C65B45D0BAA}"/>
          </ac:spMkLst>
        </pc:spChg>
      </pc:sldChg>
      <pc:sldChg chg="addSp delSp modSp add mod">
        <pc:chgData name="Poomathi Thangarasu" userId="31a6cd82-5c58-4179-b63b-c97f153e0450" providerId="ADAL" clId="{81A7DF19-D9E9-4FFE-95CE-BB2158153202}" dt="2024-11-29T04:04:50.189" v="498" actId="1076"/>
        <pc:sldMkLst>
          <pc:docMk/>
          <pc:sldMk cId="770292847" sldId="589"/>
        </pc:sldMkLst>
        <pc:spChg chg="mod">
          <ac:chgData name="Poomathi Thangarasu" userId="31a6cd82-5c58-4179-b63b-c97f153e0450" providerId="ADAL" clId="{81A7DF19-D9E9-4FFE-95CE-BB2158153202}" dt="2024-11-29T04:03:17.687" v="468" actId="1076"/>
          <ac:spMkLst>
            <pc:docMk/>
            <pc:sldMk cId="770292847" sldId="589"/>
            <ac:spMk id="5" creationId="{15F922ED-2406-AD87-F2B9-50AF23F20ADA}"/>
          </ac:spMkLst>
        </pc:spChg>
        <pc:spChg chg="mod">
          <ac:chgData name="Poomathi Thangarasu" userId="31a6cd82-5c58-4179-b63b-c97f153e0450" providerId="ADAL" clId="{81A7DF19-D9E9-4FFE-95CE-BB2158153202}" dt="2024-11-29T04:02:52.215" v="464"/>
          <ac:spMkLst>
            <pc:docMk/>
            <pc:sldMk cId="770292847" sldId="589"/>
            <ac:spMk id="9" creationId="{2FDADD92-4E39-7713-520E-D88B1D53A255}"/>
          </ac:spMkLst>
        </pc:spChg>
        <pc:spChg chg="add mod">
          <ac:chgData name="Poomathi Thangarasu" userId="31a6cd82-5c58-4179-b63b-c97f153e0450" providerId="ADAL" clId="{81A7DF19-D9E9-4FFE-95CE-BB2158153202}" dt="2024-11-29T04:03:26.840" v="471" actId="1076"/>
          <ac:spMkLst>
            <pc:docMk/>
            <pc:sldMk cId="770292847" sldId="589"/>
            <ac:spMk id="10" creationId="{07F3440E-7D0B-DBC7-A943-717161441D6A}"/>
          </ac:spMkLst>
        </pc:spChg>
        <pc:spChg chg="add mod">
          <ac:chgData name="Poomathi Thangarasu" userId="31a6cd82-5c58-4179-b63b-c97f153e0450" providerId="ADAL" clId="{81A7DF19-D9E9-4FFE-95CE-BB2158153202}" dt="2024-11-29T04:03:23.652" v="470" actId="1076"/>
          <ac:spMkLst>
            <pc:docMk/>
            <pc:sldMk cId="770292847" sldId="589"/>
            <ac:spMk id="11" creationId="{D7AEE9D3-775F-D908-0463-CCD2B06FD593}"/>
          </ac:spMkLst>
        </pc:spChg>
        <pc:spChg chg="add mod">
          <ac:chgData name="Poomathi Thangarasu" userId="31a6cd82-5c58-4179-b63b-c97f153e0450" providerId="ADAL" clId="{81A7DF19-D9E9-4FFE-95CE-BB2158153202}" dt="2024-11-29T04:03:20.455" v="469" actId="1076"/>
          <ac:spMkLst>
            <pc:docMk/>
            <pc:sldMk cId="770292847" sldId="589"/>
            <ac:spMk id="12" creationId="{6A1E657F-D6D9-F33A-028D-DBD864D0BDD0}"/>
          </ac:spMkLst>
        </pc:spChg>
        <pc:spChg chg="add mod">
          <ac:chgData name="Poomathi Thangarasu" userId="31a6cd82-5c58-4179-b63b-c97f153e0450" providerId="ADAL" clId="{81A7DF19-D9E9-4FFE-95CE-BB2158153202}" dt="2024-11-29T04:04:05.795" v="482" actId="113"/>
          <ac:spMkLst>
            <pc:docMk/>
            <pc:sldMk cId="770292847" sldId="589"/>
            <ac:spMk id="16" creationId="{93B75AF8-28EA-A2CF-B3BE-E32D2C13E1BD}"/>
          </ac:spMkLst>
        </pc:spChg>
        <pc:spChg chg="add mod">
          <ac:chgData name="Poomathi Thangarasu" userId="31a6cd82-5c58-4179-b63b-c97f153e0450" providerId="ADAL" clId="{81A7DF19-D9E9-4FFE-95CE-BB2158153202}" dt="2024-11-29T04:04:47.166" v="496" actId="20577"/>
          <ac:spMkLst>
            <pc:docMk/>
            <pc:sldMk cId="770292847" sldId="589"/>
            <ac:spMk id="18" creationId="{FDF16626-9210-2881-6FFE-874B98832C5C}"/>
          </ac:spMkLst>
        </pc:spChg>
        <pc:picChg chg="add mod">
          <ac:chgData name="Poomathi Thangarasu" userId="31a6cd82-5c58-4179-b63b-c97f153e0450" providerId="ADAL" clId="{81A7DF19-D9E9-4FFE-95CE-BB2158153202}" dt="2024-11-29T04:04:50.189" v="498" actId="1076"/>
          <ac:picMkLst>
            <pc:docMk/>
            <pc:sldMk cId="770292847" sldId="589"/>
            <ac:picMk id="14" creationId="{3DDAFC51-2400-68FB-E44A-E6927EC6AFA7}"/>
          </ac:picMkLst>
        </pc:picChg>
      </pc:sldChg>
      <pc:sldChg chg="addSp delSp modSp add mod setBg">
        <pc:chgData name="Poomathi Thangarasu" userId="31a6cd82-5c58-4179-b63b-c97f153e0450" providerId="ADAL" clId="{81A7DF19-D9E9-4FFE-95CE-BB2158153202}" dt="2024-11-29T04:05:40.685" v="520" actId="962"/>
        <pc:sldMkLst>
          <pc:docMk/>
          <pc:sldMk cId="4127328056" sldId="590"/>
        </pc:sldMkLst>
        <pc:spChg chg="mod">
          <ac:chgData name="Poomathi Thangarasu" userId="31a6cd82-5c58-4179-b63b-c97f153e0450" providerId="ADAL" clId="{81A7DF19-D9E9-4FFE-95CE-BB2158153202}" dt="2024-11-29T04:05:37.505" v="516" actId="26606"/>
          <ac:spMkLst>
            <pc:docMk/>
            <pc:sldMk cId="4127328056" sldId="590"/>
            <ac:spMk id="9" creationId="{2FDADD92-4E39-7713-520E-D88B1D53A255}"/>
          </ac:spMkLst>
        </pc:spChg>
        <pc:spChg chg="add">
          <ac:chgData name="Poomathi Thangarasu" userId="31a6cd82-5c58-4179-b63b-c97f153e0450" providerId="ADAL" clId="{81A7DF19-D9E9-4FFE-95CE-BB2158153202}" dt="2024-11-29T04:05:37.505" v="516" actId="26606"/>
          <ac:spMkLst>
            <pc:docMk/>
            <pc:sldMk cId="4127328056" sldId="590"/>
            <ac:spMk id="20" creationId="{F0A604E4-7307-451C-93BE-F1F7E1BF3BF8}"/>
          </ac:spMkLst>
        </pc:spChg>
        <pc:spChg chg="add">
          <ac:chgData name="Poomathi Thangarasu" userId="31a6cd82-5c58-4179-b63b-c97f153e0450" providerId="ADAL" clId="{81A7DF19-D9E9-4FFE-95CE-BB2158153202}" dt="2024-11-29T04:05:37.505" v="516" actId="26606"/>
          <ac:spMkLst>
            <pc:docMk/>
            <pc:sldMk cId="4127328056" sldId="590"/>
            <ac:spMk id="22" creationId="{F7F3A0AA-35E5-4085-942B-737839030604}"/>
          </ac:spMkLst>
        </pc:spChg>
        <pc:spChg chg="add">
          <ac:chgData name="Poomathi Thangarasu" userId="31a6cd82-5c58-4179-b63b-c97f153e0450" providerId="ADAL" clId="{81A7DF19-D9E9-4FFE-95CE-BB2158153202}" dt="2024-11-29T04:05:37.505" v="516" actId="26606"/>
          <ac:spMkLst>
            <pc:docMk/>
            <pc:sldMk cId="4127328056" sldId="590"/>
            <ac:spMk id="24" creationId="{402F5C38-C747-4173-ABBF-656E39E82130}"/>
          </ac:spMkLst>
        </pc:spChg>
        <pc:spChg chg="add">
          <ac:chgData name="Poomathi Thangarasu" userId="31a6cd82-5c58-4179-b63b-c97f153e0450" providerId="ADAL" clId="{81A7DF19-D9E9-4FFE-95CE-BB2158153202}" dt="2024-11-29T04:05:37.505" v="516" actId="26606"/>
          <ac:spMkLst>
            <pc:docMk/>
            <pc:sldMk cId="4127328056" sldId="590"/>
            <ac:spMk id="26" creationId="{E37EECFC-A684-4391-AE85-4CDAF5565F61}"/>
          </ac:spMkLst>
        </pc:spChg>
        <pc:picChg chg="add mod">
          <ac:chgData name="Poomathi Thangarasu" userId="31a6cd82-5c58-4179-b63b-c97f153e0450" providerId="ADAL" clId="{81A7DF19-D9E9-4FFE-95CE-BB2158153202}" dt="2024-11-29T04:05:40.685" v="520" actId="962"/>
          <ac:picMkLst>
            <pc:docMk/>
            <pc:sldMk cId="4127328056" sldId="590"/>
            <ac:picMk id="3" creationId="{A85B1035-7498-A5F6-AC37-BB3CFA3DE7B1}"/>
          </ac:picMkLst>
        </pc:picChg>
        <pc:picChg chg="mod ord">
          <ac:chgData name="Poomathi Thangarasu" userId="31a6cd82-5c58-4179-b63b-c97f153e0450" providerId="ADAL" clId="{81A7DF19-D9E9-4FFE-95CE-BB2158153202}" dt="2024-11-29T04:05:40.077" v="517" actId="27614"/>
          <ac:picMkLst>
            <pc:docMk/>
            <pc:sldMk cId="4127328056" sldId="590"/>
            <ac:picMk id="8" creationId="{00000000-0000-0000-0000-000000000000}"/>
          </ac:picMkLst>
        </pc:picChg>
      </pc:sldChg>
      <pc:sldChg chg="add del">
        <pc:chgData name="Poomathi Thangarasu" userId="31a6cd82-5c58-4179-b63b-c97f153e0450" providerId="ADAL" clId="{81A7DF19-D9E9-4FFE-95CE-BB2158153202}" dt="2024-11-29T04:09:02.703" v="552" actId="47"/>
        <pc:sldMkLst>
          <pc:docMk/>
          <pc:sldMk cId="4259800154" sldId="591"/>
        </pc:sldMkLst>
      </pc:sldChg>
      <pc:sldChg chg="addSp delSp modSp add mod setBg">
        <pc:chgData name="Poomathi Thangarasu" userId="31a6cd82-5c58-4179-b63b-c97f153e0450" providerId="ADAL" clId="{81A7DF19-D9E9-4FFE-95CE-BB2158153202}" dt="2024-11-29T04:08:36.923" v="549" actId="14100"/>
        <pc:sldMkLst>
          <pc:docMk/>
          <pc:sldMk cId="1441400704" sldId="592"/>
        </pc:sldMkLst>
        <pc:spChg chg="mod">
          <ac:chgData name="Poomathi Thangarasu" userId="31a6cd82-5c58-4179-b63b-c97f153e0450" providerId="ADAL" clId="{81A7DF19-D9E9-4FFE-95CE-BB2158153202}" dt="2024-11-29T04:07:48.044" v="535" actId="26606"/>
          <ac:spMkLst>
            <pc:docMk/>
            <pc:sldMk cId="1441400704" sldId="592"/>
            <ac:spMk id="9" creationId="{2FDADD92-4E39-7713-520E-D88B1D53A255}"/>
          </ac:spMkLst>
        </pc:spChg>
        <pc:spChg chg="add mod">
          <ac:chgData name="Poomathi Thangarasu" userId="31a6cd82-5c58-4179-b63b-c97f153e0450" providerId="ADAL" clId="{81A7DF19-D9E9-4FFE-95CE-BB2158153202}" dt="2024-11-29T04:08:03.058" v="541" actId="1076"/>
          <ac:spMkLst>
            <pc:docMk/>
            <pc:sldMk cId="1441400704" sldId="592"/>
            <ac:spMk id="24" creationId="{12E31E64-2147-04DC-E5DE-8CCF18C57937}"/>
          </ac:spMkLst>
        </pc:spChg>
        <pc:spChg chg="add mod">
          <ac:chgData name="Poomathi Thangarasu" userId="31a6cd82-5c58-4179-b63b-c97f153e0450" providerId="ADAL" clId="{81A7DF19-D9E9-4FFE-95CE-BB2158153202}" dt="2024-11-29T04:08:36.923" v="549" actId="14100"/>
          <ac:spMkLst>
            <pc:docMk/>
            <pc:sldMk cId="1441400704" sldId="592"/>
            <ac:spMk id="26" creationId="{F573E166-64D3-74FD-BA08-41574F63419D}"/>
          </ac:spMkLst>
        </pc:spChg>
        <pc:spChg chg="add">
          <ac:chgData name="Poomathi Thangarasu" userId="31a6cd82-5c58-4179-b63b-c97f153e0450" providerId="ADAL" clId="{81A7DF19-D9E9-4FFE-95CE-BB2158153202}" dt="2024-11-29T04:07:48.044" v="535" actId="26606"/>
          <ac:spMkLst>
            <pc:docMk/>
            <pc:sldMk cId="1441400704" sldId="592"/>
            <ac:spMk id="27" creationId="{F0A604E4-7307-451C-93BE-F1F7E1BF3BF8}"/>
          </ac:spMkLst>
        </pc:spChg>
        <pc:spChg chg="add">
          <ac:chgData name="Poomathi Thangarasu" userId="31a6cd82-5c58-4179-b63b-c97f153e0450" providerId="ADAL" clId="{81A7DF19-D9E9-4FFE-95CE-BB2158153202}" dt="2024-11-29T04:07:48.044" v="535" actId="26606"/>
          <ac:spMkLst>
            <pc:docMk/>
            <pc:sldMk cId="1441400704" sldId="592"/>
            <ac:spMk id="29" creationId="{F7F3A0AA-35E5-4085-942B-737839030604}"/>
          </ac:spMkLst>
        </pc:spChg>
        <pc:spChg chg="add">
          <ac:chgData name="Poomathi Thangarasu" userId="31a6cd82-5c58-4179-b63b-c97f153e0450" providerId="ADAL" clId="{81A7DF19-D9E9-4FFE-95CE-BB2158153202}" dt="2024-11-29T04:07:48.044" v="535" actId="26606"/>
          <ac:spMkLst>
            <pc:docMk/>
            <pc:sldMk cId="1441400704" sldId="592"/>
            <ac:spMk id="31" creationId="{402F5C38-C747-4173-ABBF-656E39E82130}"/>
          </ac:spMkLst>
        </pc:spChg>
        <pc:spChg chg="add">
          <ac:chgData name="Poomathi Thangarasu" userId="31a6cd82-5c58-4179-b63b-c97f153e0450" providerId="ADAL" clId="{81A7DF19-D9E9-4FFE-95CE-BB2158153202}" dt="2024-11-29T04:07:48.044" v="535" actId="26606"/>
          <ac:spMkLst>
            <pc:docMk/>
            <pc:sldMk cId="1441400704" sldId="592"/>
            <ac:spMk id="33" creationId="{E37EECFC-A684-4391-AE85-4CDAF5565F61}"/>
          </ac:spMkLst>
        </pc:spChg>
        <pc:picChg chg="mod ord">
          <ac:chgData name="Poomathi Thangarasu" userId="31a6cd82-5c58-4179-b63b-c97f153e0450" providerId="ADAL" clId="{81A7DF19-D9E9-4FFE-95CE-BB2158153202}" dt="2024-11-29T04:07:51.551" v="536" actId="27614"/>
          <ac:picMkLst>
            <pc:docMk/>
            <pc:sldMk cId="1441400704" sldId="592"/>
            <ac:picMk id="8" creationId="{00000000-0000-0000-0000-000000000000}"/>
          </ac:picMkLst>
        </pc:picChg>
        <pc:picChg chg="add mod modCrop">
          <ac:chgData name="Poomathi Thangarasu" userId="31a6cd82-5c58-4179-b63b-c97f153e0450" providerId="ADAL" clId="{81A7DF19-D9E9-4FFE-95CE-BB2158153202}" dt="2024-11-29T04:08:27.385" v="545" actId="1076"/>
          <ac:picMkLst>
            <pc:docMk/>
            <pc:sldMk cId="1441400704" sldId="592"/>
            <ac:picMk id="22" creationId="{8694BC32-EA7D-574D-DD06-AD58262349A7}"/>
          </ac:picMkLst>
        </pc:picChg>
      </pc:sldChg>
      <pc:sldChg chg="add del">
        <pc:chgData name="Poomathi Thangarasu" userId="31a6cd82-5c58-4179-b63b-c97f153e0450" providerId="ADAL" clId="{81A7DF19-D9E9-4FFE-95CE-BB2158153202}" dt="2024-11-29T04:09:01.681" v="551" actId="47"/>
        <pc:sldMkLst>
          <pc:docMk/>
          <pc:sldMk cId="2184623152" sldId="593"/>
        </pc:sldMkLst>
      </pc:sldChg>
      <pc:sldChg chg="addSp delSp modSp add mod">
        <pc:chgData name="Poomathi Thangarasu" userId="31a6cd82-5c58-4179-b63b-c97f153e0450" providerId="ADAL" clId="{81A7DF19-D9E9-4FFE-95CE-BB2158153202}" dt="2024-11-29T04:09:35.020" v="582" actId="20577"/>
        <pc:sldMkLst>
          <pc:docMk/>
          <pc:sldMk cId="3020161216" sldId="593"/>
        </pc:sldMkLst>
        <pc:spChg chg="mod">
          <ac:chgData name="Poomathi Thangarasu" userId="31a6cd82-5c58-4179-b63b-c97f153e0450" providerId="ADAL" clId="{81A7DF19-D9E9-4FFE-95CE-BB2158153202}" dt="2024-11-29T04:09:35.020" v="582" actId="20577"/>
          <ac:spMkLst>
            <pc:docMk/>
            <pc:sldMk cId="3020161216" sldId="593"/>
            <ac:spMk id="9" creationId="{2FDADD92-4E39-7713-520E-D88B1D53A255}"/>
          </ac:spMkLst>
        </pc:spChg>
        <pc:picChg chg="add mod">
          <ac:chgData name="Poomathi Thangarasu" userId="31a6cd82-5c58-4179-b63b-c97f153e0450" providerId="ADAL" clId="{81A7DF19-D9E9-4FFE-95CE-BB2158153202}" dt="2024-11-29T04:09:23.615" v="558" actId="1076"/>
          <ac:picMkLst>
            <pc:docMk/>
            <pc:sldMk cId="3020161216" sldId="593"/>
            <ac:picMk id="3" creationId="{8E1F8D06-0C02-D8BE-6148-5BE83EEE9B02}"/>
          </ac:picMkLst>
        </pc:picChg>
      </pc:sldChg>
      <pc:sldChg chg="modSp add del mod">
        <pc:chgData name="Poomathi Thangarasu" userId="31a6cd82-5c58-4179-b63b-c97f153e0450" providerId="ADAL" clId="{81A7DF19-D9E9-4FFE-95CE-BB2158153202}" dt="2024-11-29T04:10:59.069" v="585" actId="47"/>
        <pc:sldMkLst>
          <pc:docMk/>
          <pc:sldMk cId="1685889509" sldId="594"/>
        </pc:sldMkLst>
      </pc:sldChg>
      <pc:sldChg chg="addSp delSp add mod">
        <pc:chgData name="Poomathi Thangarasu" userId="31a6cd82-5c58-4179-b63b-c97f153e0450" providerId="ADAL" clId="{81A7DF19-D9E9-4FFE-95CE-BB2158153202}" dt="2024-11-29T04:13:00.144" v="613" actId="22"/>
        <pc:sldMkLst>
          <pc:docMk/>
          <pc:sldMk cId="2990737971" sldId="594"/>
        </pc:sldMkLst>
        <pc:picChg chg="add">
          <ac:chgData name="Poomathi Thangarasu" userId="31a6cd82-5c58-4179-b63b-c97f153e0450" providerId="ADAL" clId="{81A7DF19-D9E9-4FFE-95CE-BB2158153202}" dt="2024-11-29T04:13:00.144" v="613" actId="22"/>
          <ac:picMkLst>
            <pc:docMk/>
            <pc:sldMk cId="2990737971" sldId="594"/>
            <ac:picMk id="5" creationId="{E140B4F0-DC33-1670-CF01-393362F59D47}"/>
          </ac:picMkLst>
        </pc:picChg>
      </pc:sldChg>
      <pc:sldChg chg="addSp delSp modSp add mod">
        <pc:chgData name="Poomathi Thangarasu" userId="31a6cd82-5c58-4179-b63b-c97f153e0450" providerId="ADAL" clId="{81A7DF19-D9E9-4FFE-95CE-BB2158153202}" dt="2024-11-29T04:17:24.536" v="688" actId="1076"/>
        <pc:sldMkLst>
          <pc:docMk/>
          <pc:sldMk cId="730192474" sldId="595"/>
        </pc:sldMkLst>
        <pc:spChg chg="add mod">
          <ac:chgData name="Poomathi Thangarasu" userId="31a6cd82-5c58-4179-b63b-c97f153e0450" providerId="ADAL" clId="{81A7DF19-D9E9-4FFE-95CE-BB2158153202}" dt="2024-11-29T04:14:19.816" v="635" actId="1076"/>
          <ac:spMkLst>
            <pc:docMk/>
            <pc:sldMk cId="730192474" sldId="595"/>
            <ac:spMk id="3" creationId="{27FF2DB1-A2B3-2E0B-BC7A-C1A005EB27BB}"/>
          </ac:spMkLst>
        </pc:spChg>
        <pc:spChg chg="add mod">
          <ac:chgData name="Poomathi Thangarasu" userId="31a6cd82-5c58-4179-b63b-c97f153e0450" providerId="ADAL" clId="{81A7DF19-D9E9-4FFE-95CE-BB2158153202}" dt="2024-11-29T04:15:09.196" v="661" actId="113"/>
          <ac:spMkLst>
            <pc:docMk/>
            <pc:sldMk cId="730192474" sldId="595"/>
            <ac:spMk id="9" creationId="{0053A23C-DE52-FA72-66DE-95923E1C9D8C}"/>
          </ac:spMkLst>
        </pc:spChg>
        <pc:spChg chg="add mod">
          <ac:chgData name="Poomathi Thangarasu" userId="31a6cd82-5c58-4179-b63b-c97f153e0450" providerId="ADAL" clId="{81A7DF19-D9E9-4FFE-95CE-BB2158153202}" dt="2024-11-29T04:16:02.577" v="671" actId="1076"/>
          <ac:spMkLst>
            <pc:docMk/>
            <pc:sldMk cId="730192474" sldId="595"/>
            <ac:spMk id="15" creationId="{BACFDC5F-2EA5-1F6D-655B-8786436C0DB9}"/>
          </ac:spMkLst>
        </pc:spChg>
        <pc:spChg chg="add mod">
          <ac:chgData name="Poomathi Thangarasu" userId="31a6cd82-5c58-4179-b63b-c97f153e0450" providerId="ADAL" clId="{81A7DF19-D9E9-4FFE-95CE-BB2158153202}" dt="2024-11-29T04:17:03.742" v="682" actId="14100"/>
          <ac:spMkLst>
            <pc:docMk/>
            <pc:sldMk cId="730192474" sldId="595"/>
            <ac:spMk id="19" creationId="{AF0BA858-6051-B6A5-57C8-0BC356864F68}"/>
          </ac:spMkLst>
        </pc:spChg>
        <pc:spChg chg="add mod">
          <ac:chgData name="Poomathi Thangarasu" userId="31a6cd82-5c58-4179-b63b-c97f153e0450" providerId="ADAL" clId="{81A7DF19-D9E9-4FFE-95CE-BB2158153202}" dt="2024-11-29T04:17:22.478" v="687" actId="113"/>
          <ac:spMkLst>
            <pc:docMk/>
            <pc:sldMk cId="730192474" sldId="595"/>
            <ac:spMk id="21" creationId="{923659F0-71D6-2A0D-FE62-933F907E1AF2}"/>
          </ac:spMkLst>
        </pc:spChg>
        <pc:spChg chg="mod">
          <ac:chgData name="Poomathi Thangarasu" userId="31a6cd82-5c58-4179-b63b-c97f153e0450" providerId="ADAL" clId="{81A7DF19-D9E9-4FFE-95CE-BB2158153202}" dt="2024-11-29T04:13:50.032" v="618" actId="20577"/>
          <ac:spMkLst>
            <pc:docMk/>
            <pc:sldMk cId="730192474" sldId="595"/>
            <ac:spMk id="42" creationId="{4DE12BAA-D951-66C6-87E9-430D959C7A69}"/>
          </ac:spMkLst>
        </pc:spChg>
        <pc:picChg chg="add mod">
          <ac:chgData name="Poomathi Thangarasu" userId="31a6cd82-5c58-4179-b63b-c97f153e0450" providerId="ADAL" clId="{81A7DF19-D9E9-4FFE-95CE-BB2158153202}" dt="2024-11-29T04:16:04.701" v="672" actId="1076"/>
          <ac:picMkLst>
            <pc:docMk/>
            <pc:sldMk cId="730192474" sldId="595"/>
            <ac:picMk id="13" creationId="{D3303433-8FCF-FF31-78F4-9FC9625A5DF0}"/>
          </ac:picMkLst>
        </pc:picChg>
        <pc:picChg chg="add mod">
          <ac:chgData name="Poomathi Thangarasu" userId="31a6cd82-5c58-4179-b63b-c97f153e0450" providerId="ADAL" clId="{81A7DF19-D9E9-4FFE-95CE-BB2158153202}" dt="2024-11-29T04:17:06.217" v="683" actId="1076"/>
          <ac:picMkLst>
            <pc:docMk/>
            <pc:sldMk cId="730192474" sldId="595"/>
            <ac:picMk id="17" creationId="{33526937-69E2-668A-4B6C-E8D9F1AD06CB}"/>
          </ac:picMkLst>
        </pc:picChg>
        <pc:picChg chg="add mod">
          <ac:chgData name="Poomathi Thangarasu" userId="31a6cd82-5c58-4179-b63b-c97f153e0450" providerId="ADAL" clId="{81A7DF19-D9E9-4FFE-95CE-BB2158153202}" dt="2024-11-29T04:17:24.536" v="688" actId="1076"/>
          <ac:picMkLst>
            <pc:docMk/>
            <pc:sldMk cId="730192474" sldId="595"/>
            <ac:picMk id="23" creationId="{32804CE9-D007-E931-9904-24FBF1B20C25}"/>
          </ac:picMkLst>
        </pc:picChg>
      </pc:sldChg>
      <pc:sldChg chg="addSp delSp modSp add mod">
        <pc:chgData name="Poomathi Thangarasu" userId="31a6cd82-5c58-4179-b63b-c97f153e0450" providerId="ADAL" clId="{81A7DF19-D9E9-4FFE-95CE-BB2158153202}" dt="2024-11-29T04:21:22.105" v="744" actId="20577"/>
        <pc:sldMkLst>
          <pc:docMk/>
          <pc:sldMk cId="2899365586" sldId="596"/>
        </pc:sldMkLst>
        <pc:spChg chg="add mod">
          <ac:chgData name="Poomathi Thangarasu" userId="31a6cd82-5c58-4179-b63b-c97f153e0450" providerId="ADAL" clId="{81A7DF19-D9E9-4FFE-95CE-BB2158153202}" dt="2024-11-29T04:20:09.917" v="724" actId="108"/>
          <ac:spMkLst>
            <pc:docMk/>
            <pc:sldMk cId="2899365586" sldId="596"/>
            <ac:spMk id="10" creationId="{12BF0CE0-D0AB-2D62-CA4C-6F430FC7FCED}"/>
          </ac:spMkLst>
        </pc:spChg>
        <pc:spChg chg="mod">
          <ac:chgData name="Poomathi Thangarasu" userId="31a6cd82-5c58-4179-b63b-c97f153e0450" providerId="ADAL" clId="{81A7DF19-D9E9-4FFE-95CE-BB2158153202}" dt="2024-11-29T04:18:22.391" v="703" actId="12"/>
          <ac:spMkLst>
            <pc:docMk/>
            <pc:sldMk cId="2899365586" sldId="596"/>
            <ac:spMk id="15" creationId="{BACFDC5F-2EA5-1F6D-655B-8786436C0DB9}"/>
          </ac:spMkLst>
        </pc:spChg>
        <pc:spChg chg="add mod">
          <ac:chgData name="Poomathi Thangarasu" userId="31a6cd82-5c58-4179-b63b-c97f153e0450" providerId="ADAL" clId="{81A7DF19-D9E9-4FFE-95CE-BB2158153202}" dt="2024-11-29T04:21:01.617" v="735" actId="12"/>
          <ac:spMkLst>
            <pc:docMk/>
            <pc:sldMk cId="2899365586" sldId="596"/>
            <ac:spMk id="16" creationId="{09726FD2-CA4B-06FF-93DA-B3F08275693C}"/>
          </ac:spMkLst>
        </pc:spChg>
        <pc:spChg chg="mod">
          <ac:chgData name="Poomathi Thangarasu" userId="31a6cd82-5c58-4179-b63b-c97f153e0450" providerId="ADAL" clId="{81A7DF19-D9E9-4FFE-95CE-BB2158153202}" dt="2024-11-29T04:20:53.831" v="732" actId="14100"/>
          <ac:spMkLst>
            <pc:docMk/>
            <pc:sldMk cId="2899365586" sldId="596"/>
            <ac:spMk id="21" creationId="{923659F0-71D6-2A0D-FE62-933F907E1AF2}"/>
          </ac:spMkLst>
        </pc:spChg>
        <pc:spChg chg="mod">
          <ac:chgData name="Poomathi Thangarasu" userId="31a6cd82-5c58-4179-b63b-c97f153e0450" providerId="ADAL" clId="{81A7DF19-D9E9-4FFE-95CE-BB2158153202}" dt="2024-11-29T04:21:22.105" v="744" actId="20577"/>
          <ac:spMkLst>
            <pc:docMk/>
            <pc:sldMk cId="2899365586" sldId="596"/>
            <ac:spMk id="42" creationId="{4DE12BAA-D951-66C6-87E9-430D959C7A69}"/>
          </ac:spMkLst>
        </pc:spChg>
        <pc:picChg chg="add mod">
          <ac:chgData name="Poomathi Thangarasu" userId="31a6cd82-5c58-4179-b63b-c97f153e0450" providerId="ADAL" clId="{81A7DF19-D9E9-4FFE-95CE-BB2158153202}" dt="2024-11-29T04:18:59.169" v="713" actId="14100"/>
          <ac:picMkLst>
            <pc:docMk/>
            <pc:sldMk cId="2899365586" sldId="596"/>
            <ac:picMk id="7" creationId="{80E26FAF-9DD8-20F3-0559-BD826EDDA2FE}"/>
          </ac:picMkLst>
        </pc:picChg>
        <pc:picChg chg="add mod">
          <ac:chgData name="Poomathi Thangarasu" userId="31a6cd82-5c58-4179-b63b-c97f153e0450" providerId="ADAL" clId="{81A7DF19-D9E9-4FFE-95CE-BB2158153202}" dt="2024-11-29T04:20:20.230" v="726" actId="1076"/>
          <ac:picMkLst>
            <pc:docMk/>
            <pc:sldMk cId="2899365586" sldId="596"/>
            <ac:picMk id="12" creationId="{B5B287D8-9C37-E8A8-2EA6-D85CDAB3E681}"/>
          </ac:picMkLst>
        </pc:picChg>
        <pc:picChg chg="add mod">
          <ac:chgData name="Poomathi Thangarasu" userId="31a6cd82-5c58-4179-b63b-c97f153e0450" providerId="ADAL" clId="{81A7DF19-D9E9-4FFE-95CE-BB2158153202}" dt="2024-11-29T04:21:13.459" v="737" actId="1076"/>
          <ac:picMkLst>
            <pc:docMk/>
            <pc:sldMk cId="2899365586" sldId="596"/>
            <ac:picMk id="20" creationId="{FAB6B75B-D20A-18B5-148E-43424952A52B}"/>
          </ac:picMkLst>
        </pc:picChg>
      </pc:sldChg>
      <pc:sldChg chg="addSp delSp modSp add mod">
        <pc:chgData name="Poomathi Thangarasu" userId="31a6cd82-5c58-4179-b63b-c97f153e0450" providerId="ADAL" clId="{81A7DF19-D9E9-4FFE-95CE-BB2158153202}" dt="2024-11-29T04:21:58.111" v="748" actId="1076"/>
        <pc:sldMkLst>
          <pc:docMk/>
          <pc:sldMk cId="1297670343" sldId="597"/>
        </pc:sldMkLst>
        <pc:picChg chg="add mod">
          <ac:chgData name="Poomathi Thangarasu" userId="31a6cd82-5c58-4179-b63b-c97f153e0450" providerId="ADAL" clId="{81A7DF19-D9E9-4FFE-95CE-BB2158153202}" dt="2024-11-29T04:21:58.111" v="748" actId="1076"/>
          <ac:picMkLst>
            <pc:docMk/>
            <pc:sldMk cId="1297670343" sldId="597"/>
            <ac:picMk id="3" creationId="{1FC1622B-1FA1-1F6F-6BE3-3D3EB810F60D}"/>
          </ac:picMkLst>
        </pc:picChg>
      </pc:sldChg>
    </pc:docChg>
  </pc:docChgLst>
  <pc:docChgLst>
    <pc:chgData name="Suraj Chopade" userId="S::suraj.chopade@bostoninstituteofanalytics.org::dcc44ee8-6a65-4538-a5e1-c87e14ca7a61" providerId="AD" clId="Web-{F40DA15E-598D-BB49-473A-9EE42B5E0076}"/>
    <pc:docChg chg="addSld delSld modSld sldOrd">
      <pc:chgData name="Suraj Chopade" userId="S::suraj.chopade@bostoninstituteofanalytics.org::dcc44ee8-6a65-4538-a5e1-c87e14ca7a61" providerId="AD" clId="Web-{F40DA15E-598D-BB49-473A-9EE42B5E0076}" dt="2023-10-10T12:06:04.057" v="181"/>
      <pc:docMkLst>
        <pc:docMk/>
      </pc:docMkLst>
      <pc:sldChg chg="modSp">
        <pc:chgData name="Suraj Chopade" userId="S::suraj.chopade@bostoninstituteofanalytics.org::dcc44ee8-6a65-4538-a5e1-c87e14ca7a61" providerId="AD" clId="Web-{F40DA15E-598D-BB49-473A-9EE42B5E0076}" dt="2023-10-10T11:04:51.963" v="38" actId="1076"/>
        <pc:sldMkLst>
          <pc:docMk/>
          <pc:sldMk cId="4076578880" sldId="484"/>
        </pc:sldMkLst>
      </pc:sldChg>
      <pc:sldChg chg="modSp">
        <pc:chgData name="Suraj Chopade" userId="S::suraj.chopade@bostoninstituteofanalytics.org::dcc44ee8-6a65-4538-a5e1-c87e14ca7a61" providerId="AD" clId="Web-{F40DA15E-598D-BB49-473A-9EE42B5E0076}" dt="2023-10-10T11:50:49.902" v="63" actId="20577"/>
        <pc:sldMkLst>
          <pc:docMk/>
          <pc:sldMk cId="578900116" sldId="499"/>
        </pc:sldMkLst>
      </pc:sldChg>
      <pc:sldChg chg="addSp delSp modSp del">
        <pc:chgData name="Suraj Chopade" userId="S::suraj.chopade@bostoninstituteofanalytics.org::dcc44ee8-6a65-4538-a5e1-c87e14ca7a61" providerId="AD" clId="Web-{F40DA15E-598D-BB49-473A-9EE42B5E0076}" dt="2023-10-10T11:51:00.043" v="65"/>
        <pc:sldMkLst>
          <pc:docMk/>
          <pc:sldMk cId="1938717767" sldId="508"/>
        </pc:sldMkLst>
      </pc:sldChg>
      <pc:sldChg chg="addSp del">
        <pc:chgData name="Suraj Chopade" userId="S::suraj.chopade@bostoninstituteofanalytics.org::dcc44ee8-6a65-4538-a5e1-c87e14ca7a61" providerId="AD" clId="Web-{F40DA15E-598D-BB49-473A-9EE42B5E0076}" dt="2023-10-10T11:00:26.928" v="18"/>
        <pc:sldMkLst>
          <pc:docMk/>
          <pc:sldMk cId="1504108184" sldId="509"/>
        </pc:sldMkLst>
      </pc:sldChg>
      <pc:sldChg chg="modSp add replId">
        <pc:chgData name="Suraj Chopade" userId="S::suraj.chopade@bostoninstituteofanalytics.org::dcc44ee8-6a65-4538-a5e1-c87e14ca7a61" providerId="AD" clId="Web-{F40DA15E-598D-BB49-473A-9EE42B5E0076}" dt="2023-10-10T11:59:00.660" v="136" actId="20577"/>
        <pc:sldMkLst>
          <pc:docMk/>
          <pc:sldMk cId="3708449144" sldId="509"/>
        </pc:sldMkLst>
      </pc:sldChg>
      <pc:sldChg chg="del ord">
        <pc:chgData name="Suraj Chopade" userId="S::suraj.chopade@bostoninstituteofanalytics.org::dcc44ee8-6a65-4538-a5e1-c87e14ca7a61" providerId="AD" clId="Web-{F40DA15E-598D-BB49-473A-9EE42B5E0076}" dt="2023-10-10T11:00:19.975" v="5"/>
        <pc:sldMkLst>
          <pc:docMk/>
          <pc:sldMk cId="2000376747" sldId="510"/>
        </pc:sldMkLst>
      </pc:sldChg>
      <pc:sldChg chg="new del">
        <pc:chgData name="Suraj Chopade" userId="S::suraj.chopade@bostoninstituteofanalytics.org::dcc44ee8-6a65-4538-a5e1-c87e14ca7a61" providerId="AD" clId="Web-{F40DA15E-598D-BB49-473A-9EE42B5E0076}" dt="2023-10-10T11:51:52.919" v="67"/>
        <pc:sldMkLst>
          <pc:docMk/>
          <pc:sldMk cId="2794823760" sldId="510"/>
        </pc:sldMkLst>
      </pc:sldChg>
      <pc:sldChg chg="modSp add replId">
        <pc:chgData name="Suraj Chopade" userId="S::suraj.chopade@bostoninstituteofanalytics.org::dcc44ee8-6a65-4538-a5e1-c87e14ca7a61" providerId="AD" clId="Web-{F40DA15E-598D-BB49-473A-9EE42B5E0076}" dt="2023-10-10T12:03:37.445" v="162" actId="20577"/>
        <pc:sldMkLst>
          <pc:docMk/>
          <pc:sldMk cId="3495677414" sldId="510"/>
        </pc:sldMkLst>
      </pc:sldChg>
      <pc:sldChg chg="del">
        <pc:chgData name="Suraj Chopade" userId="S::suraj.chopade@bostoninstituteofanalytics.org::dcc44ee8-6a65-4538-a5e1-c87e14ca7a61" providerId="AD" clId="Web-{F40DA15E-598D-BB49-473A-9EE42B5E0076}" dt="2023-10-10T11:00:26.912" v="17"/>
        <pc:sldMkLst>
          <pc:docMk/>
          <pc:sldMk cId="561905179" sldId="511"/>
        </pc:sldMkLst>
      </pc:sldChg>
      <pc:sldChg chg="addSp delSp modSp add replId">
        <pc:chgData name="Suraj Chopade" userId="S::suraj.chopade@bostoninstituteofanalytics.org::dcc44ee8-6a65-4538-a5e1-c87e14ca7a61" providerId="AD" clId="Web-{F40DA15E-598D-BB49-473A-9EE42B5E0076}" dt="2023-10-10T12:05:40.385" v="179" actId="1076"/>
        <pc:sldMkLst>
          <pc:docMk/>
          <pc:sldMk cId="2861758974" sldId="511"/>
        </pc:sldMkLst>
      </pc:sldChg>
      <pc:sldChg chg="add ord replId">
        <pc:chgData name="Suraj Chopade" userId="S::suraj.chopade@bostoninstituteofanalytics.org::dcc44ee8-6a65-4538-a5e1-c87e14ca7a61" providerId="AD" clId="Web-{F40DA15E-598D-BB49-473A-9EE42B5E0076}" dt="2023-10-10T12:06:04.057" v="181"/>
        <pc:sldMkLst>
          <pc:docMk/>
          <pc:sldMk cId="256933436" sldId="512"/>
        </pc:sldMkLst>
      </pc:sldChg>
      <pc:sldChg chg="add del replId">
        <pc:chgData name="Suraj Chopade" userId="S::suraj.chopade@bostoninstituteofanalytics.org::dcc44ee8-6a65-4538-a5e1-c87e14ca7a61" providerId="AD" clId="Web-{F40DA15E-598D-BB49-473A-9EE42B5E0076}" dt="2023-10-10T12:04:14.477" v="166"/>
        <pc:sldMkLst>
          <pc:docMk/>
          <pc:sldMk cId="1708149265" sldId="512"/>
        </pc:sldMkLst>
      </pc:sldChg>
      <pc:sldChg chg="del">
        <pc:chgData name="Suraj Chopade" userId="S::suraj.chopade@bostoninstituteofanalytics.org::dcc44ee8-6a65-4538-a5e1-c87e14ca7a61" providerId="AD" clId="Web-{F40DA15E-598D-BB49-473A-9EE42B5E0076}" dt="2023-10-10T11:00:26.912" v="16"/>
        <pc:sldMkLst>
          <pc:docMk/>
          <pc:sldMk cId="3610067102" sldId="512"/>
        </pc:sldMkLst>
      </pc:sldChg>
      <pc:sldChg chg="del">
        <pc:chgData name="Suraj Chopade" userId="S::suraj.chopade@bostoninstituteofanalytics.org::dcc44ee8-6a65-4538-a5e1-c87e14ca7a61" providerId="AD" clId="Web-{F40DA15E-598D-BB49-473A-9EE42B5E0076}" dt="2023-10-10T11:00:26.912" v="15"/>
        <pc:sldMkLst>
          <pc:docMk/>
          <pc:sldMk cId="1329303612" sldId="513"/>
        </pc:sldMkLst>
      </pc:sldChg>
      <pc:sldChg chg="del">
        <pc:chgData name="Suraj Chopade" userId="S::suraj.chopade@bostoninstituteofanalytics.org::dcc44ee8-6a65-4538-a5e1-c87e14ca7a61" providerId="AD" clId="Web-{F40DA15E-598D-BB49-473A-9EE42B5E0076}" dt="2023-10-10T11:00:26.912" v="14"/>
        <pc:sldMkLst>
          <pc:docMk/>
          <pc:sldMk cId="3597375417" sldId="514"/>
        </pc:sldMkLst>
      </pc:sldChg>
      <pc:sldChg chg="del">
        <pc:chgData name="Suraj Chopade" userId="S::suraj.chopade@bostoninstituteofanalytics.org::dcc44ee8-6a65-4538-a5e1-c87e14ca7a61" providerId="AD" clId="Web-{F40DA15E-598D-BB49-473A-9EE42B5E0076}" dt="2023-10-10T11:00:26.912" v="13"/>
        <pc:sldMkLst>
          <pc:docMk/>
          <pc:sldMk cId="2209605686" sldId="515"/>
        </pc:sldMkLst>
      </pc:sldChg>
      <pc:sldChg chg="del">
        <pc:chgData name="Suraj Chopade" userId="S::suraj.chopade@bostoninstituteofanalytics.org::dcc44ee8-6a65-4538-a5e1-c87e14ca7a61" providerId="AD" clId="Web-{F40DA15E-598D-BB49-473A-9EE42B5E0076}" dt="2023-10-10T11:00:26.912" v="12"/>
        <pc:sldMkLst>
          <pc:docMk/>
          <pc:sldMk cId="1659917688" sldId="516"/>
        </pc:sldMkLst>
      </pc:sldChg>
      <pc:sldChg chg="del">
        <pc:chgData name="Suraj Chopade" userId="S::suraj.chopade@bostoninstituteofanalytics.org::dcc44ee8-6a65-4538-a5e1-c87e14ca7a61" providerId="AD" clId="Web-{F40DA15E-598D-BB49-473A-9EE42B5E0076}" dt="2023-10-10T11:00:26.912" v="11"/>
        <pc:sldMkLst>
          <pc:docMk/>
          <pc:sldMk cId="684558872" sldId="517"/>
        </pc:sldMkLst>
      </pc:sldChg>
      <pc:sldChg chg="del">
        <pc:chgData name="Suraj Chopade" userId="S::suraj.chopade@bostoninstituteofanalytics.org::dcc44ee8-6a65-4538-a5e1-c87e14ca7a61" providerId="AD" clId="Web-{F40DA15E-598D-BB49-473A-9EE42B5E0076}" dt="2023-10-10T11:00:26.912" v="10"/>
        <pc:sldMkLst>
          <pc:docMk/>
          <pc:sldMk cId="4208619478" sldId="518"/>
        </pc:sldMkLst>
      </pc:sldChg>
      <pc:sldChg chg="del">
        <pc:chgData name="Suraj Chopade" userId="S::suraj.chopade@bostoninstituteofanalytics.org::dcc44ee8-6a65-4538-a5e1-c87e14ca7a61" providerId="AD" clId="Web-{F40DA15E-598D-BB49-473A-9EE42B5E0076}" dt="2023-10-10T11:00:26.912" v="9"/>
        <pc:sldMkLst>
          <pc:docMk/>
          <pc:sldMk cId="968449266" sldId="519"/>
        </pc:sldMkLst>
      </pc:sldChg>
      <pc:sldChg chg="del">
        <pc:chgData name="Suraj Chopade" userId="S::suraj.chopade@bostoninstituteofanalytics.org::dcc44ee8-6a65-4538-a5e1-c87e14ca7a61" providerId="AD" clId="Web-{F40DA15E-598D-BB49-473A-9EE42B5E0076}" dt="2023-10-10T11:00:26.912" v="8"/>
        <pc:sldMkLst>
          <pc:docMk/>
          <pc:sldMk cId="3670373843" sldId="520"/>
        </pc:sldMkLst>
      </pc:sldChg>
      <pc:sldChg chg="del">
        <pc:chgData name="Suraj Chopade" userId="S::suraj.chopade@bostoninstituteofanalytics.org::dcc44ee8-6a65-4538-a5e1-c87e14ca7a61" providerId="AD" clId="Web-{F40DA15E-598D-BB49-473A-9EE42B5E0076}" dt="2023-10-10T11:00:26.896" v="7"/>
        <pc:sldMkLst>
          <pc:docMk/>
          <pc:sldMk cId="2931997580" sldId="521"/>
        </pc:sldMkLst>
      </pc:sldChg>
      <pc:sldChg chg="del">
        <pc:chgData name="Suraj Chopade" userId="S::suraj.chopade@bostoninstituteofanalytics.org::dcc44ee8-6a65-4538-a5e1-c87e14ca7a61" providerId="AD" clId="Web-{F40DA15E-598D-BB49-473A-9EE42B5E0076}" dt="2023-10-10T11:00:26.896" v="6"/>
        <pc:sldMkLst>
          <pc:docMk/>
          <pc:sldMk cId="344914880" sldId="522"/>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s>
</file>

<file path=ppt/diagrams/_rels/data2.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7.sv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svg"/><Relationship Id="rId1" Type="http://schemas.openxmlformats.org/officeDocument/2006/relationships/image" Target="../media/image52.png"/><Relationship Id="rId6" Type="http://schemas.openxmlformats.org/officeDocument/2006/relationships/image" Target="../media/image57.sv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55.svg"/><Relationship Id="rId9" Type="http://schemas.openxmlformats.org/officeDocument/2006/relationships/image" Target="../media/image6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986E23-0142-472C-AA55-9B3E411B04B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055272C-820A-4918-AC28-CD168D58FB75}">
      <dgm:prSet/>
      <dgm:spPr/>
      <dgm:t>
        <a:bodyPr/>
        <a:lstStyle/>
        <a:p>
          <a:r>
            <a:rPr lang="en-US" b="1" dirty="0">
              <a:latin typeface="Nunito"/>
            </a:rPr>
            <a:t>Initialization:</a:t>
          </a:r>
          <a:r>
            <a:rPr lang="en-US" dirty="0">
              <a:latin typeface="Nunito"/>
            </a:rPr>
            <a:t> Start with K initial cluster centroids.​</a:t>
          </a:r>
        </a:p>
      </dgm:t>
    </dgm:pt>
    <dgm:pt modelId="{F6F26F48-D142-4376-B6DE-3E7AEDA022D5}" type="parTrans" cxnId="{63A44006-1BF5-48F2-A0D7-2F94E5ACDB20}">
      <dgm:prSet/>
      <dgm:spPr/>
      <dgm:t>
        <a:bodyPr/>
        <a:lstStyle/>
        <a:p>
          <a:endParaRPr lang="en-US"/>
        </a:p>
      </dgm:t>
    </dgm:pt>
    <dgm:pt modelId="{A61FFEF7-B473-40D7-B2F3-51967D4AD3CF}" type="sibTrans" cxnId="{63A44006-1BF5-48F2-A0D7-2F94E5ACDB20}">
      <dgm:prSet/>
      <dgm:spPr/>
      <dgm:t>
        <a:bodyPr/>
        <a:lstStyle/>
        <a:p>
          <a:endParaRPr lang="en-US"/>
        </a:p>
      </dgm:t>
    </dgm:pt>
    <dgm:pt modelId="{14F94112-2E68-4F8D-9C2A-CBB7236E20DC}">
      <dgm:prSet/>
      <dgm:spPr/>
      <dgm:t>
        <a:bodyPr/>
        <a:lstStyle/>
        <a:p>
          <a:r>
            <a:rPr lang="en-US" b="1" dirty="0">
              <a:latin typeface="Nunito"/>
            </a:rPr>
            <a:t>Assignment Phase:</a:t>
          </a:r>
          <a:r>
            <a:rPr lang="en-US" dirty="0">
              <a:latin typeface="Nunito"/>
            </a:rPr>
            <a:t> Assign each data point to the nearest centroid based on distance.​</a:t>
          </a:r>
        </a:p>
      </dgm:t>
    </dgm:pt>
    <dgm:pt modelId="{7A8F41FC-7C01-40DF-AF7E-A6E58AE31178}" type="parTrans" cxnId="{737F01A6-90B5-4449-952D-CE3B7FBEFB2B}">
      <dgm:prSet/>
      <dgm:spPr/>
      <dgm:t>
        <a:bodyPr/>
        <a:lstStyle/>
        <a:p>
          <a:endParaRPr lang="en-US"/>
        </a:p>
      </dgm:t>
    </dgm:pt>
    <dgm:pt modelId="{7E0992D1-CB7B-4865-8D2C-F29E2D49CB98}" type="sibTrans" cxnId="{737F01A6-90B5-4449-952D-CE3B7FBEFB2B}">
      <dgm:prSet/>
      <dgm:spPr/>
      <dgm:t>
        <a:bodyPr/>
        <a:lstStyle/>
        <a:p>
          <a:endParaRPr lang="en-US"/>
        </a:p>
      </dgm:t>
    </dgm:pt>
    <dgm:pt modelId="{31DFFDC3-2D1A-467B-A98C-A73CA130DF1E}">
      <dgm:prSet/>
      <dgm:spPr/>
      <dgm:t>
        <a:bodyPr/>
        <a:lstStyle/>
        <a:p>
          <a:r>
            <a:rPr lang="en-US" b="1" dirty="0">
              <a:latin typeface="Nunito"/>
            </a:rPr>
            <a:t>Update Phase:</a:t>
          </a:r>
          <a:r>
            <a:rPr lang="en-US" dirty="0">
              <a:latin typeface="Nunito"/>
            </a:rPr>
            <a:t> Recalculate centroids as the mean of data points in each cluster.​</a:t>
          </a:r>
        </a:p>
      </dgm:t>
    </dgm:pt>
    <dgm:pt modelId="{A49685A9-30DD-4327-BC89-1DC69A93C693}" type="parTrans" cxnId="{A6DC54E1-14AB-4942-B922-1AD42D43AC83}">
      <dgm:prSet/>
      <dgm:spPr/>
      <dgm:t>
        <a:bodyPr/>
        <a:lstStyle/>
        <a:p>
          <a:endParaRPr lang="en-US"/>
        </a:p>
      </dgm:t>
    </dgm:pt>
    <dgm:pt modelId="{2233BE82-2408-4659-A063-8B244D39706D}" type="sibTrans" cxnId="{A6DC54E1-14AB-4942-B922-1AD42D43AC83}">
      <dgm:prSet/>
      <dgm:spPr/>
      <dgm:t>
        <a:bodyPr/>
        <a:lstStyle/>
        <a:p>
          <a:endParaRPr lang="en-US"/>
        </a:p>
      </dgm:t>
    </dgm:pt>
    <dgm:pt modelId="{47419C57-1A02-4D8F-B433-9C69B977D376}">
      <dgm:prSet/>
      <dgm:spPr/>
      <dgm:t>
        <a:bodyPr/>
        <a:lstStyle/>
        <a:p>
          <a:r>
            <a:rPr lang="en-US" b="1" dirty="0">
              <a:latin typeface="Nunito"/>
            </a:rPr>
            <a:t>Iteration:</a:t>
          </a:r>
          <a:r>
            <a:rPr lang="en-US" dirty="0">
              <a:latin typeface="Nunito"/>
            </a:rPr>
            <a:t> Repeated assignment and update phases until convergence.​</a:t>
          </a:r>
        </a:p>
      </dgm:t>
    </dgm:pt>
    <dgm:pt modelId="{7D533E5F-3F13-44AA-AE80-10766AA7A493}" type="parTrans" cxnId="{2C822E33-885D-4D61-9926-5860F38BDDDA}">
      <dgm:prSet/>
      <dgm:spPr/>
      <dgm:t>
        <a:bodyPr/>
        <a:lstStyle/>
        <a:p>
          <a:endParaRPr lang="en-US"/>
        </a:p>
      </dgm:t>
    </dgm:pt>
    <dgm:pt modelId="{CAD8D598-881A-4C58-9D73-0902BE1897B7}" type="sibTrans" cxnId="{2C822E33-885D-4D61-9926-5860F38BDDDA}">
      <dgm:prSet/>
      <dgm:spPr/>
      <dgm:t>
        <a:bodyPr/>
        <a:lstStyle/>
        <a:p>
          <a:endParaRPr lang="en-US"/>
        </a:p>
      </dgm:t>
    </dgm:pt>
    <dgm:pt modelId="{5EE04E60-83D7-4743-B124-4DFD8BFB3621}">
      <dgm:prSet/>
      <dgm:spPr/>
      <dgm:t>
        <a:bodyPr/>
        <a:lstStyle/>
        <a:p>
          <a:r>
            <a:rPr lang="en-US" b="1" dirty="0">
              <a:latin typeface="Nunito"/>
            </a:rPr>
            <a:t>Result:</a:t>
          </a:r>
          <a:r>
            <a:rPr lang="en-US" dirty="0">
              <a:latin typeface="Nunito"/>
            </a:rPr>
            <a:t> Final cluster assignments represent the solution.</a:t>
          </a:r>
        </a:p>
      </dgm:t>
    </dgm:pt>
    <dgm:pt modelId="{2CC55DBD-A7FF-472F-B9F5-5647A3F1AEA1}" type="parTrans" cxnId="{779B1EE5-3FDD-4732-8E24-9BBFCFDB1BAB}">
      <dgm:prSet/>
      <dgm:spPr/>
      <dgm:t>
        <a:bodyPr/>
        <a:lstStyle/>
        <a:p>
          <a:endParaRPr lang="en-US"/>
        </a:p>
      </dgm:t>
    </dgm:pt>
    <dgm:pt modelId="{33396FB2-D5A4-4D53-9DDB-DFB899B48154}" type="sibTrans" cxnId="{779B1EE5-3FDD-4732-8E24-9BBFCFDB1BAB}">
      <dgm:prSet/>
      <dgm:spPr/>
      <dgm:t>
        <a:bodyPr/>
        <a:lstStyle/>
        <a:p>
          <a:endParaRPr lang="en-US"/>
        </a:p>
      </dgm:t>
    </dgm:pt>
    <dgm:pt modelId="{D3146245-D970-4B14-B631-5846D25D86D3}" type="pres">
      <dgm:prSet presAssocID="{11986E23-0142-472C-AA55-9B3E411B04B1}" presName="root" presStyleCnt="0">
        <dgm:presLayoutVars>
          <dgm:dir/>
          <dgm:resizeHandles val="exact"/>
        </dgm:presLayoutVars>
      </dgm:prSet>
      <dgm:spPr/>
    </dgm:pt>
    <dgm:pt modelId="{170C16E5-2386-4381-AB7C-54D01D0E0236}" type="pres">
      <dgm:prSet presAssocID="{6055272C-820A-4918-AC28-CD168D58FB75}" presName="compNode" presStyleCnt="0"/>
      <dgm:spPr/>
    </dgm:pt>
    <dgm:pt modelId="{4BED4A23-27A5-4C78-866E-EDC90D9E8706}" type="pres">
      <dgm:prSet presAssocID="{6055272C-820A-4918-AC28-CD168D58FB75}" presName="bgRect" presStyleLbl="bgShp" presStyleIdx="0" presStyleCnt="5"/>
      <dgm:spPr/>
    </dgm:pt>
    <dgm:pt modelId="{321938F3-21A4-4F02-A3FF-36C9D9B0C17C}" type="pres">
      <dgm:prSet presAssocID="{6055272C-820A-4918-AC28-CD168D58FB7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0496DF6C-3A7E-4F9E-A80C-6B98A7F321B4}" type="pres">
      <dgm:prSet presAssocID="{6055272C-820A-4918-AC28-CD168D58FB75}" presName="spaceRect" presStyleCnt="0"/>
      <dgm:spPr/>
    </dgm:pt>
    <dgm:pt modelId="{7E121D2A-9F05-46B2-9028-4EFB88CBDC3B}" type="pres">
      <dgm:prSet presAssocID="{6055272C-820A-4918-AC28-CD168D58FB75}" presName="parTx" presStyleLbl="revTx" presStyleIdx="0" presStyleCnt="5">
        <dgm:presLayoutVars>
          <dgm:chMax val="0"/>
          <dgm:chPref val="0"/>
        </dgm:presLayoutVars>
      </dgm:prSet>
      <dgm:spPr/>
    </dgm:pt>
    <dgm:pt modelId="{1C134C60-E3EF-4BF4-8D58-8DC10A2FA3D2}" type="pres">
      <dgm:prSet presAssocID="{A61FFEF7-B473-40D7-B2F3-51967D4AD3CF}" presName="sibTrans" presStyleCnt="0"/>
      <dgm:spPr/>
    </dgm:pt>
    <dgm:pt modelId="{B349423F-778D-44DF-A2BC-6E51C04C77FC}" type="pres">
      <dgm:prSet presAssocID="{14F94112-2E68-4F8D-9C2A-CBB7236E20DC}" presName="compNode" presStyleCnt="0"/>
      <dgm:spPr/>
    </dgm:pt>
    <dgm:pt modelId="{D894C3A9-5D26-4DBF-8B45-27DAAA6A8E2D}" type="pres">
      <dgm:prSet presAssocID="{14F94112-2E68-4F8D-9C2A-CBB7236E20DC}" presName="bgRect" presStyleLbl="bgShp" presStyleIdx="1" presStyleCnt="5"/>
      <dgm:spPr/>
    </dgm:pt>
    <dgm:pt modelId="{93A519FA-6D12-4EFC-AB4F-6D8C5F9806E9}" type="pres">
      <dgm:prSet presAssocID="{14F94112-2E68-4F8D-9C2A-CBB7236E20D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397092B3-6BE8-4DD6-8C30-CE3485585FEF}" type="pres">
      <dgm:prSet presAssocID="{14F94112-2E68-4F8D-9C2A-CBB7236E20DC}" presName="spaceRect" presStyleCnt="0"/>
      <dgm:spPr/>
    </dgm:pt>
    <dgm:pt modelId="{7086BD00-F8B7-4E00-8DD4-F946EE31951A}" type="pres">
      <dgm:prSet presAssocID="{14F94112-2E68-4F8D-9C2A-CBB7236E20DC}" presName="parTx" presStyleLbl="revTx" presStyleIdx="1" presStyleCnt="5">
        <dgm:presLayoutVars>
          <dgm:chMax val="0"/>
          <dgm:chPref val="0"/>
        </dgm:presLayoutVars>
      </dgm:prSet>
      <dgm:spPr/>
    </dgm:pt>
    <dgm:pt modelId="{C239EEEB-0D16-4582-9ABA-95BBDC660EF6}" type="pres">
      <dgm:prSet presAssocID="{7E0992D1-CB7B-4865-8D2C-F29E2D49CB98}" presName="sibTrans" presStyleCnt="0"/>
      <dgm:spPr/>
    </dgm:pt>
    <dgm:pt modelId="{3F5B02D8-0419-43AA-AFBD-A82EB3F52222}" type="pres">
      <dgm:prSet presAssocID="{31DFFDC3-2D1A-467B-A98C-A73CA130DF1E}" presName="compNode" presStyleCnt="0"/>
      <dgm:spPr/>
    </dgm:pt>
    <dgm:pt modelId="{29A28A7C-6988-42F9-8549-9C5E85938FC0}" type="pres">
      <dgm:prSet presAssocID="{31DFFDC3-2D1A-467B-A98C-A73CA130DF1E}" presName="bgRect" presStyleLbl="bgShp" presStyleIdx="2" presStyleCnt="5"/>
      <dgm:spPr/>
    </dgm:pt>
    <dgm:pt modelId="{BF5CFE84-876C-4393-A8BB-3B017E990EC8}" type="pres">
      <dgm:prSet presAssocID="{31DFFDC3-2D1A-467B-A98C-A73CA130DF1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lculator"/>
        </a:ext>
      </dgm:extLst>
    </dgm:pt>
    <dgm:pt modelId="{1CA51405-7960-42EE-8854-00E6DA5CEDC3}" type="pres">
      <dgm:prSet presAssocID="{31DFFDC3-2D1A-467B-A98C-A73CA130DF1E}" presName="spaceRect" presStyleCnt="0"/>
      <dgm:spPr/>
    </dgm:pt>
    <dgm:pt modelId="{3EAC254E-52B2-492A-884A-E88705B45A5B}" type="pres">
      <dgm:prSet presAssocID="{31DFFDC3-2D1A-467B-A98C-A73CA130DF1E}" presName="parTx" presStyleLbl="revTx" presStyleIdx="2" presStyleCnt="5">
        <dgm:presLayoutVars>
          <dgm:chMax val="0"/>
          <dgm:chPref val="0"/>
        </dgm:presLayoutVars>
      </dgm:prSet>
      <dgm:spPr/>
    </dgm:pt>
    <dgm:pt modelId="{60F43CC7-6BBA-48B5-A52A-093D20424CB6}" type="pres">
      <dgm:prSet presAssocID="{2233BE82-2408-4659-A063-8B244D39706D}" presName="sibTrans" presStyleCnt="0"/>
      <dgm:spPr/>
    </dgm:pt>
    <dgm:pt modelId="{99E8CAA3-7189-4617-B029-0C45E5F0E923}" type="pres">
      <dgm:prSet presAssocID="{47419C57-1A02-4D8F-B433-9C69B977D376}" presName="compNode" presStyleCnt="0"/>
      <dgm:spPr/>
    </dgm:pt>
    <dgm:pt modelId="{82B139BF-FF45-4F1A-AA20-94C66F456768}" type="pres">
      <dgm:prSet presAssocID="{47419C57-1A02-4D8F-B433-9C69B977D376}" presName="bgRect" presStyleLbl="bgShp" presStyleIdx="3" presStyleCnt="5"/>
      <dgm:spPr/>
    </dgm:pt>
    <dgm:pt modelId="{90979367-4A17-4123-83DE-F00A74E3C4C1}" type="pres">
      <dgm:prSet presAssocID="{47419C57-1A02-4D8F-B433-9C69B977D37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orkflow"/>
        </a:ext>
      </dgm:extLst>
    </dgm:pt>
    <dgm:pt modelId="{77619EA9-E68B-41EE-85BC-F30690B2584F}" type="pres">
      <dgm:prSet presAssocID="{47419C57-1A02-4D8F-B433-9C69B977D376}" presName="spaceRect" presStyleCnt="0"/>
      <dgm:spPr/>
    </dgm:pt>
    <dgm:pt modelId="{8672311F-7E49-4F2D-A4F0-22DBB51D0CC1}" type="pres">
      <dgm:prSet presAssocID="{47419C57-1A02-4D8F-B433-9C69B977D376}" presName="parTx" presStyleLbl="revTx" presStyleIdx="3" presStyleCnt="5">
        <dgm:presLayoutVars>
          <dgm:chMax val="0"/>
          <dgm:chPref val="0"/>
        </dgm:presLayoutVars>
      </dgm:prSet>
      <dgm:spPr/>
    </dgm:pt>
    <dgm:pt modelId="{ABC05E4B-95BF-45CE-B92B-791661F140FA}" type="pres">
      <dgm:prSet presAssocID="{CAD8D598-881A-4C58-9D73-0902BE1897B7}" presName="sibTrans" presStyleCnt="0"/>
      <dgm:spPr/>
    </dgm:pt>
    <dgm:pt modelId="{15EBD55C-ED22-4075-869C-2C69FB335E97}" type="pres">
      <dgm:prSet presAssocID="{5EE04E60-83D7-4743-B124-4DFD8BFB3621}" presName="compNode" presStyleCnt="0"/>
      <dgm:spPr/>
    </dgm:pt>
    <dgm:pt modelId="{0803B536-F6DE-45E9-864F-60FE84582108}" type="pres">
      <dgm:prSet presAssocID="{5EE04E60-83D7-4743-B124-4DFD8BFB3621}" presName="bgRect" presStyleLbl="bgShp" presStyleIdx="4" presStyleCnt="5"/>
      <dgm:spPr/>
    </dgm:pt>
    <dgm:pt modelId="{939451C0-7E54-4379-BB92-7039828D0993}" type="pres">
      <dgm:prSet presAssocID="{5EE04E60-83D7-4743-B124-4DFD8BFB362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able"/>
        </a:ext>
      </dgm:extLst>
    </dgm:pt>
    <dgm:pt modelId="{B56BC435-9636-4D83-9800-0B9C631FD16F}" type="pres">
      <dgm:prSet presAssocID="{5EE04E60-83D7-4743-B124-4DFD8BFB3621}" presName="spaceRect" presStyleCnt="0"/>
      <dgm:spPr/>
    </dgm:pt>
    <dgm:pt modelId="{EC2F6973-5184-454D-AE1E-9B0F9F6C6E7F}" type="pres">
      <dgm:prSet presAssocID="{5EE04E60-83D7-4743-B124-4DFD8BFB3621}" presName="parTx" presStyleLbl="revTx" presStyleIdx="4" presStyleCnt="5">
        <dgm:presLayoutVars>
          <dgm:chMax val="0"/>
          <dgm:chPref val="0"/>
        </dgm:presLayoutVars>
      </dgm:prSet>
      <dgm:spPr/>
    </dgm:pt>
  </dgm:ptLst>
  <dgm:cxnLst>
    <dgm:cxn modelId="{63A44006-1BF5-48F2-A0D7-2F94E5ACDB20}" srcId="{11986E23-0142-472C-AA55-9B3E411B04B1}" destId="{6055272C-820A-4918-AC28-CD168D58FB75}" srcOrd="0" destOrd="0" parTransId="{F6F26F48-D142-4376-B6DE-3E7AEDA022D5}" sibTransId="{A61FFEF7-B473-40D7-B2F3-51967D4AD3CF}"/>
    <dgm:cxn modelId="{2C822E33-885D-4D61-9926-5860F38BDDDA}" srcId="{11986E23-0142-472C-AA55-9B3E411B04B1}" destId="{47419C57-1A02-4D8F-B433-9C69B977D376}" srcOrd="3" destOrd="0" parTransId="{7D533E5F-3F13-44AA-AE80-10766AA7A493}" sibTransId="{CAD8D598-881A-4C58-9D73-0902BE1897B7}"/>
    <dgm:cxn modelId="{4E81F5A4-4AA1-4461-970A-1A1DB8304031}" type="presOf" srcId="{11986E23-0142-472C-AA55-9B3E411B04B1}" destId="{D3146245-D970-4B14-B631-5846D25D86D3}" srcOrd="0" destOrd="0" presId="urn:microsoft.com/office/officeart/2018/2/layout/IconVerticalSolidList"/>
    <dgm:cxn modelId="{737F01A6-90B5-4449-952D-CE3B7FBEFB2B}" srcId="{11986E23-0142-472C-AA55-9B3E411B04B1}" destId="{14F94112-2E68-4F8D-9C2A-CBB7236E20DC}" srcOrd="1" destOrd="0" parTransId="{7A8F41FC-7C01-40DF-AF7E-A6E58AE31178}" sibTransId="{7E0992D1-CB7B-4865-8D2C-F29E2D49CB98}"/>
    <dgm:cxn modelId="{7CCEB6B1-4114-4751-BA96-41C5A0353C4C}" type="presOf" srcId="{31DFFDC3-2D1A-467B-A98C-A73CA130DF1E}" destId="{3EAC254E-52B2-492A-884A-E88705B45A5B}" srcOrd="0" destOrd="0" presId="urn:microsoft.com/office/officeart/2018/2/layout/IconVerticalSolidList"/>
    <dgm:cxn modelId="{986215D6-80AE-4C9E-A4C2-8EE8464553B1}" type="presOf" srcId="{47419C57-1A02-4D8F-B433-9C69B977D376}" destId="{8672311F-7E49-4F2D-A4F0-22DBB51D0CC1}" srcOrd="0" destOrd="0" presId="urn:microsoft.com/office/officeart/2018/2/layout/IconVerticalSolidList"/>
    <dgm:cxn modelId="{98881DD8-A3F9-40B0-AFB8-309CDEE3B77A}" type="presOf" srcId="{14F94112-2E68-4F8D-9C2A-CBB7236E20DC}" destId="{7086BD00-F8B7-4E00-8DD4-F946EE31951A}" srcOrd="0" destOrd="0" presId="urn:microsoft.com/office/officeart/2018/2/layout/IconVerticalSolidList"/>
    <dgm:cxn modelId="{55275BDB-FCB0-4BE5-9916-2447A7C1E6D2}" type="presOf" srcId="{5EE04E60-83D7-4743-B124-4DFD8BFB3621}" destId="{EC2F6973-5184-454D-AE1E-9B0F9F6C6E7F}" srcOrd="0" destOrd="0" presId="urn:microsoft.com/office/officeart/2018/2/layout/IconVerticalSolidList"/>
    <dgm:cxn modelId="{A6DC54E1-14AB-4942-B922-1AD42D43AC83}" srcId="{11986E23-0142-472C-AA55-9B3E411B04B1}" destId="{31DFFDC3-2D1A-467B-A98C-A73CA130DF1E}" srcOrd="2" destOrd="0" parTransId="{A49685A9-30DD-4327-BC89-1DC69A93C693}" sibTransId="{2233BE82-2408-4659-A063-8B244D39706D}"/>
    <dgm:cxn modelId="{779B1EE5-3FDD-4732-8E24-9BBFCFDB1BAB}" srcId="{11986E23-0142-472C-AA55-9B3E411B04B1}" destId="{5EE04E60-83D7-4743-B124-4DFD8BFB3621}" srcOrd="4" destOrd="0" parTransId="{2CC55DBD-A7FF-472F-B9F5-5647A3F1AEA1}" sibTransId="{33396FB2-D5A4-4D53-9DDB-DFB899B48154}"/>
    <dgm:cxn modelId="{C01F91FF-A7D1-42F7-8F1E-F27BC2C47870}" type="presOf" srcId="{6055272C-820A-4918-AC28-CD168D58FB75}" destId="{7E121D2A-9F05-46B2-9028-4EFB88CBDC3B}" srcOrd="0" destOrd="0" presId="urn:microsoft.com/office/officeart/2018/2/layout/IconVerticalSolidList"/>
    <dgm:cxn modelId="{D23F54C7-8FAB-4079-BFF9-6217E4377382}" type="presParOf" srcId="{D3146245-D970-4B14-B631-5846D25D86D3}" destId="{170C16E5-2386-4381-AB7C-54D01D0E0236}" srcOrd="0" destOrd="0" presId="urn:microsoft.com/office/officeart/2018/2/layout/IconVerticalSolidList"/>
    <dgm:cxn modelId="{2D2F5C81-3B5C-41FC-95BE-16EC121B71AC}" type="presParOf" srcId="{170C16E5-2386-4381-AB7C-54D01D0E0236}" destId="{4BED4A23-27A5-4C78-866E-EDC90D9E8706}" srcOrd="0" destOrd="0" presId="urn:microsoft.com/office/officeart/2018/2/layout/IconVerticalSolidList"/>
    <dgm:cxn modelId="{0F3770C9-BD33-40B6-8661-E20258802982}" type="presParOf" srcId="{170C16E5-2386-4381-AB7C-54D01D0E0236}" destId="{321938F3-21A4-4F02-A3FF-36C9D9B0C17C}" srcOrd="1" destOrd="0" presId="urn:microsoft.com/office/officeart/2018/2/layout/IconVerticalSolidList"/>
    <dgm:cxn modelId="{022B61C4-948E-4E46-89AD-E7C50429A8C8}" type="presParOf" srcId="{170C16E5-2386-4381-AB7C-54D01D0E0236}" destId="{0496DF6C-3A7E-4F9E-A80C-6B98A7F321B4}" srcOrd="2" destOrd="0" presId="urn:microsoft.com/office/officeart/2018/2/layout/IconVerticalSolidList"/>
    <dgm:cxn modelId="{E5A8D1F8-4263-49C7-8E88-E685E3A76A62}" type="presParOf" srcId="{170C16E5-2386-4381-AB7C-54D01D0E0236}" destId="{7E121D2A-9F05-46B2-9028-4EFB88CBDC3B}" srcOrd="3" destOrd="0" presId="urn:microsoft.com/office/officeart/2018/2/layout/IconVerticalSolidList"/>
    <dgm:cxn modelId="{78D6ADB2-58E5-417E-A0AF-F64B7A0BB817}" type="presParOf" srcId="{D3146245-D970-4B14-B631-5846D25D86D3}" destId="{1C134C60-E3EF-4BF4-8D58-8DC10A2FA3D2}" srcOrd="1" destOrd="0" presId="urn:microsoft.com/office/officeart/2018/2/layout/IconVerticalSolidList"/>
    <dgm:cxn modelId="{FFACB1F2-B7D8-4CAB-8435-2BF427E12E9B}" type="presParOf" srcId="{D3146245-D970-4B14-B631-5846D25D86D3}" destId="{B349423F-778D-44DF-A2BC-6E51C04C77FC}" srcOrd="2" destOrd="0" presId="urn:microsoft.com/office/officeart/2018/2/layout/IconVerticalSolidList"/>
    <dgm:cxn modelId="{80729679-E6FA-4CD9-BD3E-C5D005394F72}" type="presParOf" srcId="{B349423F-778D-44DF-A2BC-6E51C04C77FC}" destId="{D894C3A9-5D26-4DBF-8B45-27DAAA6A8E2D}" srcOrd="0" destOrd="0" presId="urn:microsoft.com/office/officeart/2018/2/layout/IconVerticalSolidList"/>
    <dgm:cxn modelId="{6890B186-8005-4A8E-9626-28F46F2D0793}" type="presParOf" srcId="{B349423F-778D-44DF-A2BC-6E51C04C77FC}" destId="{93A519FA-6D12-4EFC-AB4F-6D8C5F9806E9}" srcOrd="1" destOrd="0" presId="urn:microsoft.com/office/officeart/2018/2/layout/IconVerticalSolidList"/>
    <dgm:cxn modelId="{7B740ECE-6A10-44E3-839B-028FD106813E}" type="presParOf" srcId="{B349423F-778D-44DF-A2BC-6E51C04C77FC}" destId="{397092B3-6BE8-4DD6-8C30-CE3485585FEF}" srcOrd="2" destOrd="0" presId="urn:microsoft.com/office/officeart/2018/2/layout/IconVerticalSolidList"/>
    <dgm:cxn modelId="{0806E3D7-EEB6-467B-B4CB-39C6838EE648}" type="presParOf" srcId="{B349423F-778D-44DF-A2BC-6E51C04C77FC}" destId="{7086BD00-F8B7-4E00-8DD4-F946EE31951A}" srcOrd="3" destOrd="0" presId="urn:microsoft.com/office/officeart/2018/2/layout/IconVerticalSolidList"/>
    <dgm:cxn modelId="{EBD2A7D9-2344-40FA-8B84-7C6DE83C68B7}" type="presParOf" srcId="{D3146245-D970-4B14-B631-5846D25D86D3}" destId="{C239EEEB-0D16-4582-9ABA-95BBDC660EF6}" srcOrd="3" destOrd="0" presId="urn:microsoft.com/office/officeart/2018/2/layout/IconVerticalSolidList"/>
    <dgm:cxn modelId="{A0068CFA-D229-437B-8F43-05463E63D559}" type="presParOf" srcId="{D3146245-D970-4B14-B631-5846D25D86D3}" destId="{3F5B02D8-0419-43AA-AFBD-A82EB3F52222}" srcOrd="4" destOrd="0" presId="urn:microsoft.com/office/officeart/2018/2/layout/IconVerticalSolidList"/>
    <dgm:cxn modelId="{830190E4-0B75-4C6F-8C7A-EBB02F2BFE0D}" type="presParOf" srcId="{3F5B02D8-0419-43AA-AFBD-A82EB3F52222}" destId="{29A28A7C-6988-42F9-8549-9C5E85938FC0}" srcOrd="0" destOrd="0" presId="urn:microsoft.com/office/officeart/2018/2/layout/IconVerticalSolidList"/>
    <dgm:cxn modelId="{C985243C-39F0-4BE2-9E49-3E20D2E8C25F}" type="presParOf" srcId="{3F5B02D8-0419-43AA-AFBD-A82EB3F52222}" destId="{BF5CFE84-876C-4393-A8BB-3B017E990EC8}" srcOrd="1" destOrd="0" presId="urn:microsoft.com/office/officeart/2018/2/layout/IconVerticalSolidList"/>
    <dgm:cxn modelId="{080BBBCC-BA10-4370-B855-9F1F9181DCF4}" type="presParOf" srcId="{3F5B02D8-0419-43AA-AFBD-A82EB3F52222}" destId="{1CA51405-7960-42EE-8854-00E6DA5CEDC3}" srcOrd="2" destOrd="0" presId="urn:microsoft.com/office/officeart/2018/2/layout/IconVerticalSolidList"/>
    <dgm:cxn modelId="{0451A421-D50F-4AA0-B36A-95CFD1977ADF}" type="presParOf" srcId="{3F5B02D8-0419-43AA-AFBD-A82EB3F52222}" destId="{3EAC254E-52B2-492A-884A-E88705B45A5B}" srcOrd="3" destOrd="0" presId="urn:microsoft.com/office/officeart/2018/2/layout/IconVerticalSolidList"/>
    <dgm:cxn modelId="{BF5EBFB1-6819-4A71-83C1-E1736790CB04}" type="presParOf" srcId="{D3146245-D970-4B14-B631-5846D25D86D3}" destId="{60F43CC7-6BBA-48B5-A52A-093D20424CB6}" srcOrd="5" destOrd="0" presId="urn:microsoft.com/office/officeart/2018/2/layout/IconVerticalSolidList"/>
    <dgm:cxn modelId="{C3BD9CDC-C77B-47D7-AD36-31C79FC790E6}" type="presParOf" srcId="{D3146245-D970-4B14-B631-5846D25D86D3}" destId="{99E8CAA3-7189-4617-B029-0C45E5F0E923}" srcOrd="6" destOrd="0" presId="urn:microsoft.com/office/officeart/2018/2/layout/IconVerticalSolidList"/>
    <dgm:cxn modelId="{CEAF0F61-9960-42B3-BB9B-5B0A0638CED6}" type="presParOf" srcId="{99E8CAA3-7189-4617-B029-0C45E5F0E923}" destId="{82B139BF-FF45-4F1A-AA20-94C66F456768}" srcOrd="0" destOrd="0" presId="urn:microsoft.com/office/officeart/2018/2/layout/IconVerticalSolidList"/>
    <dgm:cxn modelId="{DB7F39BE-2E64-4426-8CFB-3249BC77BD28}" type="presParOf" srcId="{99E8CAA3-7189-4617-B029-0C45E5F0E923}" destId="{90979367-4A17-4123-83DE-F00A74E3C4C1}" srcOrd="1" destOrd="0" presId="urn:microsoft.com/office/officeart/2018/2/layout/IconVerticalSolidList"/>
    <dgm:cxn modelId="{E4A7E08F-A24F-407F-9925-EC9F73C52700}" type="presParOf" srcId="{99E8CAA3-7189-4617-B029-0C45E5F0E923}" destId="{77619EA9-E68B-41EE-85BC-F30690B2584F}" srcOrd="2" destOrd="0" presId="urn:microsoft.com/office/officeart/2018/2/layout/IconVerticalSolidList"/>
    <dgm:cxn modelId="{69685B7C-FD9B-42D7-961E-F16B22940FCC}" type="presParOf" srcId="{99E8CAA3-7189-4617-B029-0C45E5F0E923}" destId="{8672311F-7E49-4F2D-A4F0-22DBB51D0CC1}" srcOrd="3" destOrd="0" presId="urn:microsoft.com/office/officeart/2018/2/layout/IconVerticalSolidList"/>
    <dgm:cxn modelId="{5275A956-38CE-40DA-A7F8-528AF3EC4F01}" type="presParOf" srcId="{D3146245-D970-4B14-B631-5846D25D86D3}" destId="{ABC05E4B-95BF-45CE-B92B-791661F140FA}" srcOrd="7" destOrd="0" presId="urn:microsoft.com/office/officeart/2018/2/layout/IconVerticalSolidList"/>
    <dgm:cxn modelId="{5A28CBD2-7CDF-4EA8-8CDE-5F709D63CA41}" type="presParOf" srcId="{D3146245-D970-4B14-B631-5846D25D86D3}" destId="{15EBD55C-ED22-4075-869C-2C69FB335E97}" srcOrd="8" destOrd="0" presId="urn:microsoft.com/office/officeart/2018/2/layout/IconVerticalSolidList"/>
    <dgm:cxn modelId="{A1FBA938-1B1C-495C-919D-A242F85E7205}" type="presParOf" srcId="{15EBD55C-ED22-4075-869C-2C69FB335E97}" destId="{0803B536-F6DE-45E9-864F-60FE84582108}" srcOrd="0" destOrd="0" presId="urn:microsoft.com/office/officeart/2018/2/layout/IconVerticalSolidList"/>
    <dgm:cxn modelId="{158C0E08-F9FC-42AE-A68B-F6F7DBB25B7D}" type="presParOf" srcId="{15EBD55C-ED22-4075-869C-2C69FB335E97}" destId="{939451C0-7E54-4379-BB92-7039828D0993}" srcOrd="1" destOrd="0" presId="urn:microsoft.com/office/officeart/2018/2/layout/IconVerticalSolidList"/>
    <dgm:cxn modelId="{558925C6-7706-4959-8C8D-C26D38B292E8}" type="presParOf" srcId="{15EBD55C-ED22-4075-869C-2C69FB335E97}" destId="{B56BC435-9636-4D83-9800-0B9C631FD16F}" srcOrd="2" destOrd="0" presId="urn:microsoft.com/office/officeart/2018/2/layout/IconVerticalSolidList"/>
    <dgm:cxn modelId="{BE922BEF-C811-4918-ACB3-949E8E2C21B9}" type="presParOf" srcId="{15EBD55C-ED22-4075-869C-2C69FB335E97}" destId="{EC2F6973-5184-454D-AE1E-9B0F9F6C6E7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AF4E56-DF91-4332-8FA2-488F3E51A49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DE1F8D5-52CB-47B5-A79B-73D4AFFE3F63}">
      <dgm:prSet/>
      <dgm:spPr/>
      <dgm:t>
        <a:bodyPr/>
        <a:lstStyle/>
        <a:p>
          <a:r>
            <a:rPr lang="en-US" b="1" dirty="0">
              <a:latin typeface="Nunito"/>
            </a:rPr>
            <a:t>Initialization:</a:t>
          </a:r>
          <a:r>
            <a:rPr lang="en-US" dirty="0">
              <a:latin typeface="Nunito"/>
            </a:rPr>
            <a:t> Begin with each data point as an individual cluster.</a:t>
          </a:r>
        </a:p>
      </dgm:t>
    </dgm:pt>
    <dgm:pt modelId="{433887AC-663E-4D9E-A989-E2B3A7879837}" type="parTrans" cxnId="{7A2DF2E7-6C18-4EEA-AEE8-8987D6D917C1}">
      <dgm:prSet/>
      <dgm:spPr/>
      <dgm:t>
        <a:bodyPr/>
        <a:lstStyle/>
        <a:p>
          <a:endParaRPr lang="en-US"/>
        </a:p>
      </dgm:t>
    </dgm:pt>
    <dgm:pt modelId="{BE1763EF-4F96-4EB9-ACDE-9AEBD562DFB2}" type="sibTrans" cxnId="{7A2DF2E7-6C18-4EEA-AEE8-8987D6D917C1}">
      <dgm:prSet/>
      <dgm:spPr/>
      <dgm:t>
        <a:bodyPr/>
        <a:lstStyle/>
        <a:p>
          <a:endParaRPr lang="en-US"/>
        </a:p>
      </dgm:t>
    </dgm:pt>
    <dgm:pt modelId="{A311432B-9E4B-460E-8151-F915DAF00D4E}">
      <dgm:prSet/>
      <dgm:spPr/>
      <dgm:t>
        <a:bodyPr/>
        <a:lstStyle/>
        <a:p>
          <a:r>
            <a:rPr lang="en-US" b="1" dirty="0">
              <a:latin typeface="Nunito"/>
            </a:rPr>
            <a:t>Pairwise Distance:</a:t>
          </a:r>
          <a:r>
            <a:rPr lang="en-US" dirty="0">
              <a:latin typeface="Nunito"/>
            </a:rPr>
            <a:t> Calculate pairwise distances (e.g., Euclidean) between all clusters.</a:t>
          </a:r>
        </a:p>
      </dgm:t>
    </dgm:pt>
    <dgm:pt modelId="{AC5F403C-C2F1-41E6-BAC0-175C25BF0E37}" type="parTrans" cxnId="{3754E4B6-19FD-4E5C-AE3B-36D0553E07B4}">
      <dgm:prSet/>
      <dgm:spPr/>
      <dgm:t>
        <a:bodyPr/>
        <a:lstStyle/>
        <a:p>
          <a:endParaRPr lang="en-US"/>
        </a:p>
      </dgm:t>
    </dgm:pt>
    <dgm:pt modelId="{D9D940C9-8B7A-4203-A727-E4CE36DCC09B}" type="sibTrans" cxnId="{3754E4B6-19FD-4E5C-AE3B-36D0553E07B4}">
      <dgm:prSet/>
      <dgm:spPr/>
      <dgm:t>
        <a:bodyPr/>
        <a:lstStyle/>
        <a:p>
          <a:endParaRPr lang="en-US"/>
        </a:p>
      </dgm:t>
    </dgm:pt>
    <dgm:pt modelId="{56FD091A-EFC0-4C4D-AF7B-A7AD93111424}">
      <dgm:prSet/>
      <dgm:spPr/>
      <dgm:t>
        <a:bodyPr/>
        <a:lstStyle/>
        <a:p>
          <a:r>
            <a:rPr lang="en-US" b="1" dirty="0">
              <a:latin typeface="Nunito"/>
            </a:rPr>
            <a:t>Cluster Merge:</a:t>
          </a:r>
          <a:r>
            <a:rPr lang="en-US" dirty="0">
              <a:latin typeface="Nunito"/>
            </a:rPr>
            <a:t> Merge the two closest clusters based on linkage criteria (e.g., single, complete, or average linkage).</a:t>
          </a:r>
        </a:p>
      </dgm:t>
    </dgm:pt>
    <dgm:pt modelId="{6A5F7558-72D5-4999-815F-FA8094BE99C9}" type="parTrans" cxnId="{A0EC1EE6-5302-45C7-B315-39AEE7CEFB09}">
      <dgm:prSet/>
      <dgm:spPr/>
      <dgm:t>
        <a:bodyPr/>
        <a:lstStyle/>
        <a:p>
          <a:endParaRPr lang="en-US"/>
        </a:p>
      </dgm:t>
    </dgm:pt>
    <dgm:pt modelId="{E163181E-BE5B-48B1-9280-03AA30B28342}" type="sibTrans" cxnId="{A0EC1EE6-5302-45C7-B315-39AEE7CEFB09}">
      <dgm:prSet/>
      <dgm:spPr/>
      <dgm:t>
        <a:bodyPr/>
        <a:lstStyle/>
        <a:p>
          <a:endParaRPr lang="en-US"/>
        </a:p>
      </dgm:t>
    </dgm:pt>
    <dgm:pt modelId="{41744C47-3222-4081-8FB9-61C6CF2575BE}">
      <dgm:prSet/>
      <dgm:spPr/>
      <dgm:t>
        <a:bodyPr/>
        <a:lstStyle/>
        <a:p>
          <a:r>
            <a:rPr lang="en-US" b="1" dirty="0">
              <a:latin typeface="Nunito"/>
            </a:rPr>
            <a:t>Distance Update:</a:t>
          </a:r>
          <a:r>
            <a:rPr lang="en-US" dirty="0">
              <a:latin typeface="Nunito"/>
            </a:rPr>
            <a:t> Recalculate distances between the merged cluster and other clusters.</a:t>
          </a:r>
        </a:p>
      </dgm:t>
    </dgm:pt>
    <dgm:pt modelId="{7D3B03C2-4D7B-4559-A5AA-1380E88FB120}" type="parTrans" cxnId="{17A8E4FB-6465-4783-B575-DA3FC4B85313}">
      <dgm:prSet/>
      <dgm:spPr/>
      <dgm:t>
        <a:bodyPr/>
        <a:lstStyle/>
        <a:p>
          <a:endParaRPr lang="en-US"/>
        </a:p>
      </dgm:t>
    </dgm:pt>
    <dgm:pt modelId="{41F94993-A753-4B37-9713-F68C46431EF6}" type="sibTrans" cxnId="{17A8E4FB-6465-4783-B575-DA3FC4B85313}">
      <dgm:prSet/>
      <dgm:spPr/>
      <dgm:t>
        <a:bodyPr/>
        <a:lstStyle/>
        <a:p>
          <a:endParaRPr lang="en-US"/>
        </a:p>
      </dgm:t>
    </dgm:pt>
    <dgm:pt modelId="{4595D1F9-5BF3-48DD-B507-357D997C7EE8}">
      <dgm:prSet/>
      <dgm:spPr/>
      <dgm:t>
        <a:bodyPr/>
        <a:lstStyle/>
        <a:p>
          <a:r>
            <a:rPr lang="en-US" b="1" dirty="0">
              <a:latin typeface="Nunito"/>
            </a:rPr>
            <a:t>Repeat:</a:t>
          </a:r>
          <a:r>
            <a:rPr lang="en-US" dirty="0">
              <a:latin typeface="Nunito"/>
            </a:rPr>
            <a:t> Repeat steps 2 to 4 until a single cluster containing all data points is formed or a stopping criterion is met</a:t>
          </a:r>
          <a:r>
            <a:rPr lang="en-US" dirty="0"/>
            <a:t>.</a:t>
          </a:r>
        </a:p>
      </dgm:t>
    </dgm:pt>
    <dgm:pt modelId="{ECF456CE-17F3-4169-9CBE-325030DD0A1C}" type="parTrans" cxnId="{43D2F12E-5430-4AE7-85CE-A4C6F7F1848C}">
      <dgm:prSet/>
      <dgm:spPr/>
      <dgm:t>
        <a:bodyPr/>
        <a:lstStyle/>
        <a:p>
          <a:endParaRPr lang="en-US"/>
        </a:p>
      </dgm:t>
    </dgm:pt>
    <dgm:pt modelId="{F435F4E0-FCB8-40DF-821C-D5C4E84587F7}" type="sibTrans" cxnId="{43D2F12E-5430-4AE7-85CE-A4C6F7F1848C}">
      <dgm:prSet/>
      <dgm:spPr/>
      <dgm:t>
        <a:bodyPr/>
        <a:lstStyle/>
        <a:p>
          <a:endParaRPr lang="en-US"/>
        </a:p>
      </dgm:t>
    </dgm:pt>
    <dgm:pt modelId="{F3E8DA7A-8E4F-4E77-8A23-055551B80ADB}" type="pres">
      <dgm:prSet presAssocID="{C1AF4E56-DF91-4332-8FA2-488F3E51A498}" presName="root" presStyleCnt="0">
        <dgm:presLayoutVars>
          <dgm:dir/>
          <dgm:resizeHandles val="exact"/>
        </dgm:presLayoutVars>
      </dgm:prSet>
      <dgm:spPr/>
    </dgm:pt>
    <dgm:pt modelId="{A7410D80-9BCA-4CE6-BF64-EAE17A78EB09}" type="pres">
      <dgm:prSet presAssocID="{BDE1F8D5-52CB-47B5-A79B-73D4AFFE3F63}" presName="compNode" presStyleCnt="0"/>
      <dgm:spPr/>
    </dgm:pt>
    <dgm:pt modelId="{17E7BB1F-235F-4038-BF86-64B4A8EDD768}" type="pres">
      <dgm:prSet presAssocID="{BDE1F8D5-52CB-47B5-A79B-73D4AFFE3F63}" presName="bgRect" presStyleLbl="bgShp" presStyleIdx="0" presStyleCnt="5"/>
      <dgm:spPr/>
    </dgm:pt>
    <dgm:pt modelId="{4C7101F6-E516-42CF-951E-C53F8E97550D}" type="pres">
      <dgm:prSet presAssocID="{BDE1F8D5-52CB-47B5-A79B-73D4AFFE3F6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82DF25C9-6591-4690-A6E9-66EAEDB571DA}" type="pres">
      <dgm:prSet presAssocID="{BDE1F8D5-52CB-47B5-A79B-73D4AFFE3F63}" presName="spaceRect" presStyleCnt="0"/>
      <dgm:spPr/>
    </dgm:pt>
    <dgm:pt modelId="{A9360063-BCA2-4E91-8A8A-6356A488FED1}" type="pres">
      <dgm:prSet presAssocID="{BDE1F8D5-52CB-47B5-A79B-73D4AFFE3F63}" presName="parTx" presStyleLbl="revTx" presStyleIdx="0" presStyleCnt="5">
        <dgm:presLayoutVars>
          <dgm:chMax val="0"/>
          <dgm:chPref val="0"/>
        </dgm:presLayoutVars>
      </dgm:prSet>
      <dgm:spPr/>
    </dgm:pt>
    <dgm:pt modelId="{19225E49-A5E5-4A9B-9ACE-0E6F50BFA20F}" type="pres">
      <dgm:prSet presAssocID="{BE1763EF-4F96-4EB9-ACDE-9AEBD562DFB2}" presName="sibTrans" presStyleCnt="0"/>
      <dgm:spPr/>
    </dgm:pt>
    <dgm:pt modelId="{D9731787-EBD4-4474-9828-27556F324570}" type="pres">
      <dgm:prSet presAssocID="{A311432B-9E4B-460E-8151-F915DAF00D4E}" presName="compNode" presStyleCnt="0"/>
      <dgm:spPr/>
    </dgm:pt>
    <dgm:pt modelId="{0948E2D4-1A6E-439B-87CA-C0164C952E14}" type="pres">
      <dgm:prSet presAssocID="{A311432B-9E4B-460E-8151-F915DAF00D4E}" presName="bgRect" presStyleLbl="bgShp" presStyleIdx="1" presStyleCnt="5"/>
      <dgm:spPr/>
    </dgm:pt>
    <dgm:pt modelId="{FB3868B2-1ED0-47FE-9FB1-40C04964BF15}" type="pres">
      <dgm:prSet presAssocID="{A311432B-9E4B-460E-8151-F915DAF00D4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awing Compass"/>
        </a:ext>
      </dgm:extLst>
    </dgm:pt>
    <dgm:pt modelId="{37687730-1B4E-47BE-868E-6D898FEE85A5}" type="pres">
      <dgm:prSet presAssocID="{A311432B-9E4B-460E-8151-F915DAF00D4E}" presName="spaceRect" presStyleCnt="0"/>
      <dgm:spPr/>
    </dgm:pt>
    <dgm:pt modelId="{8DD3E1B9-9883-4EE5-8055-5DBA4DC22426}" type="pres">
      <dgm:prSet presAssocID="{A311432B-9E4B-460E-8151-F915DAF00D4E}" presName="parTx" presStyleLbl="revTx" presStyleIdx="1" presStyleCnt="5">
        <dgm:presLayoutVars>
          <dgm:chMax val="0"/>
          <dgm:chPref val="0"/>
        </dgm:presLayoutVars>
      </dgm:prSet>
      <dgm:spPr/>
    </dgm:pt>
    <dgm:pt modelId="{D39C1567-D8E1-4140-97B7-4C5D99C128C6}" type="pres">
      <dgm:prSet presAssocID="{D9D940C9-8B7A-4203-A727-E4CE36DCC09B}" presName="sibTrans" presStyleCnt="0"/>
      <dgm:spPr/>
    </dgm:pt>
    <dgm:pt modelId="{A9ABBFE9-9846-4D33-BDE8-69F167D624CF}" type="pres">
      <dgm:prSet presAssocID="{56FD091A-EFC0-4C4D-AF7B-A7AD93111424}" presName="compNode" presStyleCnt="0"/>
      <dgm:spPr/>
    </dgm:pt>
    <dgm:pt modelId="{32706EED-737A-4AF7-B592-AC97A1F75B9A}" type="pres">
      <dgm:prSet presAssocID="{56FD091A-EFC0-4C4D-AF7B-A7AD93111424}" presName="bgRect" presStyleLbl="bgShp" presStyleIdx="2" presStyleCnt="5"/>
      <dgm:spPr/>
    </dgm:pt>
    <dgm:pt modelId="{A7E7FD12-055F-47D7-B343-2A982C455E82}" type="pres">
      <dgm:prSet presAssocID="{56FD091A-EFC0-4C4D-AF7B-A7AD9311142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twork Diagram"/>
        </a:ext>
      </dgm:extLst>
    </dgm:pt>
    <dgm:pt modelId="{0C229B54-6B47-4C18-BDD2-4A243BCCF023}" type="pres">
      <dgm:prSet presAssocID="{56FD091A-EFC0-4C4D-AF7B-A7AD93111424}" presName="spaceRect" presStyleCnt="0"/>
      <dgm:spPr/>
    </dgm:pt>
    <dgm:pt modelId="{7BB7A631-82F1-44E8-BF68-DCD8CCE85507}" type="pres">
      <dgm:prSet presAssocID="{56FD091A-EFC0-4C4D-AF7B-A7AD93111424}" presName="parTx" presStyleLbl="revTx" presStyleIdx="2" presStyleCnt="5">
        <dgm:presLayoutVars>
          <dgm:chMax val="0"/>
          <dgm:chPref val="0"/>
        </dgm:presLayoutVars>
      </dgm:prSet>
      <dgm:spPr/>
    </dgm:pt>
    <dgm:pt modelId="{69826767-277D-4B12-817F-567283999EF6}" type="pres">
      <dgm:prSet presAssocID="{E163181E-BE5B-48B1-9280-03AA30B28342}" presName="sibTrans" presStyleCnt="0"/>
      <dgm:spPr/>
    </dgm:pt>
    <dgm:pt modelId="{11508455-ABBC-4529-A031-5F15F82AFE9C}" type="pres">
      <dgm:prSet presAssocID="{41744C47-3222-4081-8FB9-61C6CF2575BE}" presName="compNode" presStyleCnt="0"/>
      <dgm:spPr/>
    </dgm:pt>
    <dgm:pt modelId="{55683AA6-A331-4684-AE47-5AF3C3333AC5}" type="pres">
      <dgm:prSet presAssocID="{41744C47-3222-4081-8FB9-61C6CF2575BE}" presName="bgRect" presStyleLbl="bgShp" presStyleIdx="3" presStyleCnt="5"/>
      <dgm:spPr/>
    </dgm:pt>
    <dgm:pt modelId="{91EA58EB-2EF8-4FBB-BF4E-E2C2BF8A9302}" type="pres">
      <dgm:prSet presAssocID="{41744C47-3222-4081-8FB9-61C6CF2575B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lculator"/>
        </a:ext>
      </dgm:extLst>
    </dgm:pt>
    <dgm:pt modelId="{A03886E7-23E7-4AE7-A258-3656C47FA7D1}" type="pres">
      <dgm:prSet presAssocID="{41744C47-3222-4081-8FB9-61C6CF2575BE}" presName="spaceRect" presStyleCnt="0"/>
      <dgm:spPr/>
    </dgm:pt>
    <dgm:pt modelId="{4EA730A7-FFD9-4CD4-AAE5-D01E34F64966}" type="pres">
      <dgm:prSet presAssocID="{41744C47-3222-4081-8FB9-61C6CF2575BE}" presName="parTx" presStyleLbl="revTx" presStyleIdx="3" presStyleCnt="5">
        <dgm:presLayoutVars>
          <dgm:chMax val="0"/>
          <dgm:chPref val="0"/>
        </dgm:presLayoutVars>
      </dgm:prSet>
      <dgm:spPr/>
    </dgm:pt>
    <dgm:pt modelId="{88D69DE9-BE3E-453E-83C6-944CEE2B440B}" type="pres">
      <dgm:prSet presAssocID="{41F94993-A753-4B37-9713-F68C46431EF6}" presName="sibTrans" presStyleCnt="0"/>
      <dgm:spPr/>
    </dgm:pt>
    <dgm:pt modelId="{53BA4FE2-5BAD-43FF-8F1D-D3907E1F8101}" type="pres">
      <dgm:prSet presAssocID="{4595D1F9-5BF3-48DD-B507-357D997C7EE8}" presName="compNode" presStyleCnt="0"/>
      <dgm:spPr/>
    </dgm:pt>
    <dgm:pt modelId="{20242F22-382B-4A94-9104-8C2FF1103373}" type="pres">
      <dgm:prSet presAssocID="{4595D1F9-5BF3-48DD-B507-357D997C7EE8}" presName="bgRect" presStyleLbl="bgShp" presStyleIdx="4" presStyleCnt="5"/>
      <dgm:spPr/>
    </dgm:pt>
    <dgm:pt modelId="{7F28B122-7D7D-4C88-B3B6-CDF27F01F287}" type="pres">
      <dgm:prSet presAssocID="{4595D1F9-5BF3-48DD-B507-357D997C7EE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ircles with Arrows"/>
        </a:ext>
      </dgm:extLst>
    </dgm:pt>
    <dgm:pt modelId="{9F9EB34B-87D2-4ED5-8911-DF4BD3F636C2}" type="pres">
      <dgm:prSet presAssocID="{4595D1F9-5BF3-48DD-B507-357D997C7EE8}" presName="spaceRect" presStyleCnt="0"/>
      <dgm:spPr/>
    </dgm:pt>
    <dgm:pt modelId="{8CD08950-AD72-4789-A73C-3FEF2CA81426}" type="pres">
      <dgm:prSet presAssocID="{4595D1F9-5BF3-48DD-B507-357D997C7EE8}" presName="parTx" presStyleLbl="revTx" presStyleIdx="4" presStyleCnt="5">
        <dgm:presLayoutVars>
          <dgm:chMax val="0"/>
          <dgm:chPref val="0"/>
        </dgm:presLayoutVars>
      </dgm:prSet>
      <dgm:spPr/>
    </dgm:pt>
  </dgm:ptLst>
  <dgm:cxnLst>
    <dgm:cxn modelId="{49586B06-0594-4951-ADB7-B3A13C5A02F7}" type="presOf" srcId="{56FD091A-EFC0-4C4D-AF7B-A7AD93111424}" destId="{7BB7A631-82F1-44E8-BF68-DCD8CCE85507}" srcOrd="0" destOrd="0" presId="urn:microsoft.com/office/officeart/2018/2/layout/IconVerticalSolidList"/>
    <dgm:cxn modelId="{8BCF9608-6477-4194-9070-6889927ED3C5}" type="presOf" srcId="{BDE1F8D5-52CB-47B5-A79B-73D4AFFE3F63}" destId="{A9360063-BCA2-4E91-8A8A-6356A488FED1}" srcOrd="0" destOrd="0" presId="urn:microsoft.com/office/officeart/2018/2/layout/IconVerticalSolidList"/>
    <dgm:cxn modelId="{43D2F12E-5430-4AE7-85CE-A4C6F7F1848C}" srcId="{C1AF4E56-DF91-4332-8FA2-488F3E51A498}" destId="{4595D1F9-5BF3-48DD-B507-357D997C7EE8}" srcOrd="4" destOrd="0" parTransId="{ECF456CE-17F3-4169-9CBE-325030DD0A1C}" sibTransId="{F435F4E0-FCB8-40DF-821C-D5C4E84587F7}"/>
    <dgm:cxn modelId="{5477F249-7C18-4275-B567-04AFFB67C7C6}" type="presOf" srcId="{C1AF4E56-DF91-4332-8FA2-488F3E51A498}" destId="{F3E8DA7A-8E4F-4E77-8A23-055551B80ADB}" srcOrd="0" destOrd="0" presId="urn:microsoft.com/office/officeart/2018/2/layout/IconVerticalSolidList"/>
    <dgm:cxn modelId="{E7C6E84A-6E5B-4DFC-9AF0-E39D4716CA0B}" type="presOf" srcId="{41744C47-3222-4081-8FB9-61C6CF2575BE}" destId="{4EA730A7-FFD9-4CD4-AAE5-D01E34F64966}" srcOrd="0" destOrd="0" presId="urn:microsoft.com/office/officeart/2018/2/layout/IconVerticalSolidList"/>
    <dgm:cxn modelId="{C7E9F491-A331-4C9E-96E1-52E72DF8DD43}" type="presOf" srcId="{4595D1F9-5BF3-48DD-B507-357D997C7EE8}" destId="{8CD08950-AD72-4789-A73C-3FEF2CA81426}" srcOrd="0" destOrd="0" presId="urn:microsoft.com/office/officeart/2018/2/layout/IconVerticalSolidList"/>
    <dgm:cxn modelId="{D10C9D9B-A4A5-4BC7-8C46-7A148DC067E2}" type="presOf" srcId="{A311432B-9E4B-460E-8151-F915DAF00D4E}" destId="{8DD3E1B9-9883-4EE5-8055-5DBA4DC22426}" srcOrd="0" destOrd="0" presId="urn:microsoft.com/office/officeart/2018/2/layout/IconVerticalSolidList"/>
    <dgm:cxn modelId="{3754E4B6-19FD-4E5C-AE3B-36D0553E07B4}" srcId="{C1AF4E56-DF91-4332-8FA2-488F3E51A498}" destId="{A311432B-9E4B-460E-8151-F915DAF00D4E}" srcOrd="1" destOrd="0" parTransId="{AC5F403C-C2F1-41E6-BAC0-175C25BF0E37}" sibTransId="{D9D940C9-8B7A-4203-A727-E4CE36DCC09B}"/>
    <dgm:cxn modelId="{A0EC1EE6-5302-45C7-B315-39AEE7CEFB09}" srcId="{C1AF4E56-DF91-4332-8FA2-488F3E51A498}" destId="{56FD091A-EFC0-4C4D-AF7B-A7AD93111424}" srcOrd="2" destOrd="0" parTransId="{6A5F7558-72D5-4999-815F-FA8094BE99C9}" sibTransId="{E163181E-BE5B-48B1-9280-03AA30B28342}"/>
    <dgm:cxn modelId="{7A2DF2E7-6C18-4EEA-AEE8-8987D6D917C1}" srcId="{C1AF4E56-DF91-4332-8FA2-488F3E51A498}" destId="{BDE1F8D5-52CB-47B5-A79B-73D4AFFE3F63}" srcOrd="0" destOrd="0" parTransId="{433887AC-663E-4D9E-A989-E2B3A7879837}" sibTransId="{BE1763EF-4F96-4EB9-ACDE-9AEBD562DFB2}"/>
    <dgm:cxn modelId="{17A8E4FB-6465-4783-B575-DA3FC4B85313}" srcId="{C1AF4E56-DF91-4332-8FA2-488F3E51A498}" destId="{41744C47-3222-4081-8FB9-61C6CF2575BE}" srcOrd="3" destOrd="0" parTransId="{7D3B03C2-4D7B-4559-A5AA-1380E88FB120}" sibTransId="{41F94993-A753-4B37-9713-F68C46431EF6}"/>
    <dgm:cxn modelId="{6F8C35DB-3D34-4248-B187-DB37CBFC256B}" type="presParOf" srcId="{F3E8DA7A-8E4F-4E77-8A23-055551B80ADB}" destId="{A7410D80-9BCA-4CE6-BF64-EAE17A78EB09}" srcOrd="0" destOrd="0" presId="urn:microsoft.com/office/officeart/2018/2/layout/IconVerticalSolidList"/>
    <dgm:cxn modelId="{89372A29-7BA8-41E0-BE59-CF12676A0D27}" type="presParOf" srcId="{A7410D80-9BCA-4CE6-BF64-EAE17A78EB09}" destId="{17E7BB1F-235F-4038-BF86-64B4A8EDD768}" srcOrd="0" destOrd="0" presId="urn:microsoft.com/office/officeart/2018/2/layout/IconVerticalSolidList"/>
    <dgm:cxn modelId="{D0BF49F3-8791-40E7-BC1F-570107BB7AE6}" type="presParOf" srcId="{A7410D80-9BCA-4CE6-BF64-EAE17A78EB09}" destId="{4C7101F6-E516-42CF-951E-C53F8E97550D}" srcOrd="1" destOrd="0" presId="urn:microsoft.com/office/officeart/2018/2/layout/IconVerticalSolidList"/>
    <dgm:cxn modelId="{7655E53E-9C02-4439-AD70-9F7194509A6D}" type="presParOf" srcId="{A7410D80-9BCA-4CE6-BF64-EAE17A78EB09}" destId="{82DF25C9-6591-4690-A6E9-66EAEDB571DA}" srcOrd="2" destOrd="0" presId="urn:microsoft.com/office/officeart/2018/2/layout/IconVerticalSolidList"/>
    <dgm:cxn modelId="{38719A7F-5558-4B3B-9686-34453E5CE1D9}" type="presParOf" srcId="{A7410D80-9BCA-4CE6-BF64-EAE17A78EB09}" destId="{A9360063-BCA2-4E91-8A8A-6356A488FED1}" srcOrd="3" destOrd="0" presId="urn:microsoft.com/office/officeart/2018/2/layout/IconVerticalSolidList"/>
    <dgm:cxn modelId="{8B7EDEDD-35AA-45AD-A668-A65B99682117}" type="presParOf" srcId="{F3E8DA7A-8E4F-4E77-8A23-055551B80ADB}" destId="{19225E49-A5E5-4A9B-9ACE-0E6F50BFA20F}" srcOrd="1" destOrd="0" presId="urn:microsoft.com/office/officeart/2018/2/layout/IconVerticalSolidList"/>
    <dgm:cxn modelId="{E467CD8B-C39C-4876-A22A-59E7102F9660}" type="presParOf" srcId="{F3E8DA7A-8E4F-4E77-8A23-055551B80ADB}" destId="{D9731787-EBD4-4474-9828-27556F324570}" srcOrd="2" destOrd="0" presId="urn:microsoft.com/office/officeart/2018/2/layout/IconVerticalSolidList"/>
    <dgm:cxn modelId="{F863BB39-C232-44F1-9880-148E3F63BF56}" type="presParOf" srcId="{D9731787-EBD4-4474-9828-27556F324570}" destId="{0948E2D4-1A6E-439B-87CA-C0164C952E14}" srcOrd="0" destOrd="0" presId="urn:microsoft.com/office/officeart/2018/2/layout/IconVerticalSolidList"/>
    <dgm:cxn modelId="{FCBDF555-C34B-4E78-878D-2DFF3BCFAC3D}" type="presParOf" srcId="{D9731787-EBD4-4474-9828-27556F324570}" destId="{FB3868B2-1ED0-47FE-9FB1-40C04964BF15}" srcOrd="1" destOrd="0" presId="urn:microsoft.com/office/officeart/2018/2/layout/IconVerticalSolidList"/>
    <dgm:cxn modelId="{87936564-19F3-43BD-93F7-49271479E487}" type="presParOf" srcId="{D9731787-EBD4-4474-9828-27556F324570}" destId="{37687730-1B4E-47BE-868E-6D898FEE85A5}" srcOrd="2" destOrd="0" presId="urn:microsoft.com/office/officeart/2018/2/layout/IconVerticalSolidList"/>
    <dgm:cxn modelId="{632BC95F-DE07-422E-9D10-292841E3FA5E}" type="presParOf" srcId="{D9731787-EBD4-4474-9828-27556F324570}" destId="{8DD3E1B9-9883-4EE5-8055-5DBA4DC22426}" srcOrd="3" destOrd="0" presId="urn:microsoft.com/office/officeart/2018/2/layout/IconVerticalSolidList"/>
    <dgm:cxn modelId="{BA9AECC3-E806-4AF8-9DCE-0A49AE246256}" type="presParOf" srcId="{F3E8DA7A-8E4F-4E77-8A23-055551B80ADB}" destId="{D39C1567-D8E1-4140-97B7-4C5D99C128C6}" srcOrd="3" destOrd="0" presId="urn:microsoft.com/office/officeart/2018/2/layout/IconVerticalSolidList"/>
    <dgm:cxn modelId="{810BE63E-7B5F-4F37-B572-9186D5A82876}" type="presParOf" srcId="{F3E8DA7A-8E4F-4E77-8A23-055551B80ADB}" destId="{A9ABBFE9-9846-4D33-BDE8-69F167D624CF}" srcOrd="4" destOrd="0" presId="urn:microsoft.com/office/officeart/2018/2/layout/IconVerticalSolidList"/>
    <dgm:cxn modelId="{FD83EFFB-4CFE-474C-AD14-04FBF67B2E58}" type="presParOf" srcId="{A9ABBFE9-9846-4D33-BDE8-69F167D624CF}" destId="{32706EED-737A-4AF7-B592-AC97A1F75B9A}" srcOrd="0" destOrd="0" presId="urn:microsoft.com/office/officeart/2018/2/layout/IconVerticalSolidList"/>
    <dgm:cxn modelId="{517FF843-31B4-409E-9D3A-E4AF0C414458}" type="presParOf" srcId="{A9ABBFE9-9846-4D33-BDE8-69F167D624CF}" destId="{A7E7FD12-055F-47D7-B343-2A982C455E82}" srcOrd="1" destOrd="0" presId="urn:microsoft.com/office/officeart/2018/2/layout/IconVerticalSolidList"/>
    <dgm:cxn modelId="{11020DC6-79ED-4EAC-B1F4-47E0AA31EA2B}" type="presParOf" srcId="{A9ABBFE9-9846-4D33-BDE8-69F167D624CF}" destId="{0C229B54-6B47-4C18-BDD2-4A243BCCF023}" srcOrd="2" destOrd="0" presId="urn:microsoft.com/office/officeart/2018/2/layout/IconVerticalSolidList"/>
    <dgm:cxn modelId="{0473AE56-0994-4C2A-8E7F-D9A869464FC3}" type="presParOf" srcId="{A9ABBFE9-9846-4D33-BDE8-69F167D624CF}" destId="{7BB7A631-82F1-44E8-BF68-DCD8CCE85507}" srcOrd="3" destOrd="0" presId="urn:microsoft.com/office/officeart/2018/2/layout/IconVerticalSolidList"/>
    <dgm:cxn modelId="{6A9AE2EE-FB32-4BD2-A4DD-0550A0CFD108}" type="presParOf" srcId="{F3E8DA7A-8E4F-4E77-8A23-055551B80ADB}" destId="{69826767-277D-4B12-817F-567283999EF6}" srcOrd="5" destOrd="0" presId="urn:microsoft.com/office/officeart/2018/2/layout/IconVerticalSolidList"/>
    <dgm:cxn modelId="{D3144E40-72E4-4BF0-A81C-F33A1E23B1E8}" type="presParOf" srcId="{F3E8DA7A-8E4F-4E77-8A23-055551B80ADB}" destId="{11508455-ABBC-4529-A031-5F15F82AFE9C}" srcOrd="6" destOrd="0" presId="urn:microsoft.com/office/officeart/2018/2/layout/IconVerticalSolidList"/>
    <dgm:cxn modelId="{DCBBADDA-8A16-4DA7-B79F-2E29B4E8004B}" type="presParOf" srcId="{11508455-ABBC-4529-A031-5F15F82AFE9C}" destId="{55683AA6-A331-4684-AE47-5AF3C3333AC5}" srcOrd="0" destOrd="0" presId="urn:microsoft.com/office/officeart/2018/2/layout/IconVerticalSolidList"/>
    <dgm:cxn modelId="{9CD1C146-80A6-4D6E-A35A-7F21A65F6062}" type="presParOf" srcId="{11508455-ABBC-4529-A031-5F15F82AFE9C}" destId="{91EA58EB-2EF8-4FBB-BF4E-E2C2BF8A9302}" srcOrd="1" destOrd="0" presId="urn:microsoft.com/office/officeart/2018/2/layout/IconVerticalSolidList"/>
    <dgm:cxn modelId="{C08F1D51-84E3-4A9C-8E2F-27E6960BCDE4}" type="presParOf" srcId="{11508455-ABBC-4529-A031-5F15F82AFE9C}" destId="{A03886E7-23E7-4AE7-A258-3656C47FA7D1}" srcOrd="2" destOrd="0" presId="urn:microsoft.com/office/officeart/2018/2/layout/IconVerticalSolidList"/>
    <dgm:cxn modelId="{BADA410E-76A6-4957-9831-3333448E9C4E}" type="presParOf" srcId="{11508455-ABBC-4529-A031-5F15F82AFE9C}" destId="{4EA730A7-FFD9-4CD4-AAE5-D01E34F64966}" srcOrd="3" destOrd="0" presId="urn:microsoft.com/office/officeart/2018/2/layout/IconVerticalSolidList"/>
    <dgm:cxn modelId="{2BD48E32-171C-412C-B7BF-8154C348057D}" type="presParOf" srcId="{F3E8DA7A-8E4F-4E77-8A23-055551B80ADB}" destId="{88D69DE9-BE3E-453E-83C6-944CEE2B440B}" srcOrd="7" destOrd="0" presId="urn:microsoft.com/office/officeart/2018/2/layout/IconVerticalSolidList"/>
    <dgm:cxn modelId="{A5FAD593-31A7-4383-A102-32EDDCC5913B}" type="presParOf" srcId="{F3E8DA7A-8E4F-4E77-8A23-055551B80ADB}" destId="{53BA4FE2-5BAD-43FF-8F1D-D3907E1F8101}" srcOrd="8" destOrd="0" presId="urn:microsoft.com/office/officeart/2018/2/layout/IconVerticalSolidList"/>
    <dgm:cxn modelId="{EED1F65F-9330-401D-84C1-3E5FEC2CE7A4}" type="presParOf" srcId="{53BA4FE2-5BAD-43FF-8F1D-D3907E1F8101}" destId="{20242F22-382B-4A94-9104-8C2FF1103373}" srcOrd="0" destOrd="0" presId="urn:microsoft.com/office/officeart/2018/2/layout/IconVerticalSolidList"/>
    <dgm:cxn modelId="{AD85D1D4-F3A0-4B70-8C4B-58B8892CC9B1}" type="presParOf" srcId="{53BA4FE2-5BAD-43FF-8F1D-D3907E1F8101}" destId="{7F28B122-7D7D-4C88-B3B6-CDF27F01F287}" srcOrd="1" destOrd="0" presId="urn:microsoft.com/office/officeart/2018/2/layout/IconVerticalSolidList"/>
    <dgm:cxn modelId="{4F9880E6-C9DD-4BED-9227-8E3CF765444F}" type="presParOf" srcId="{53BA4FE2-5BAD-43FF-8F1D-D3907E1F8101}" destId="{9F9EB34B-87D2-4ED5-8911-DF4BD3F636C2}" srcOrd="2" destOrd="0" presId="urn:microsoft.com/office/officeart/2018/2/layout/IconVerticalSolidList"/>
    <dgm:cxn modelId="{72B1AE1A-FA00-47EB-87B2-8D79C91E264B}" type="presParOf" srcId="{53BA4FE2-5BAD-43FF-8F1D-D3907E1F8101}" destId="{8CD08950-AD72-4789-A73C-3FEF2CA81426}"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ED4A23-27A5-4C78-866E-EDC90D9E8706}">
      <dsp:nvSpPr>
        <dsp:cNvPr id="0" name=""/>
        <dsp:cNvSpPr/>
      </dsp:nvSpPr>
      <dsp:spPr>
        <a:xfrm>
          <a:off x="0" y="3833"/>
          <a:ext cx="8948708" cy="8165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1938F3-21A4-4F02-A3FF-36C9D9B0C17C}">
      <dsp:nvSpPr>
        <dsp:cNvPr id="0" name=""/>
        <dsp:cNvSpPr/>
      </dsp:nvSpPr>
      <dsp:spPr>
        <a:xfrm>
          <a:off x="247001" y="187553"/>
          <a:ext cx="449092" cy="4490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121D2A-9F05-46B2-9028-4EFB88CBDC3B}">
      <dsp:nvSpPr>
        <dsp:cNvPr id="0" name=""/>
        <dsp:cNvSpPr/>
      </dsp:nvSpPr>
      <dsp:spPr>
        <a:xfrm>
          <a:off x="943095" y="3833"/>
          <a:ext cx="8005612" cy="8165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416" tIns="86416" rIns="86416" bIns="86416"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Nunito"/>
            </a:rPr>
            <a:t>Initialization:</a:t>
          </a:r>
          <a:r>
            <a:rPr lang="en-US" sz="1900" kern="1200" dirty="0">
              <a:latin typeface="Nunito"/>
            </a:rPr>
            <a:t> Start with K initial cluster centroids.​</a:t>
          </a:r>
        </a:p>
      </dsp:txBody>
      <dsp:txXfrm>
        <a:off x="943095" y="3833"/>
        <a:ext cx="8005612" cy="816532"/>
      </dsp:txXfrm>
    </dsp:sp>
    <dsp:sp modelId="{D894C3A9-5D26-4DBF-8B45-27DAAA6A8E2D}">
      <dsp:nvSpPr>
        <dsp:cNvPr id="0" name=""/>
        <dsp:cNvSpPr/>
      </dsp:nvSpPr>
      <dsp:spPr>
        <a:xfrm>
          <a:off x="0" y="1024499"/>
          <a:ext cx="8948708" cy="8165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A519FA-6D12-4EFC-AB4F-6D8C5F9806E9}">
      <dsp:nvSpPr>
        <dsp:cNvPr id="0" name=""/>
        <dsp:cNvSpPr/>
      </dsp:nvSpPr>
      <dsp:spPr>
        <a:xfrm>
          <a:off x="247001" y="1208218"/>
          <a:ext cx="449092" cy="4490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86BD00-F8B7-4E00-8DD4-F946EE31951A}">
      <dsp:nvSpPr>
        <dsp:cNvPr id="0" name=""/>
        <dsp:cNvSpPr/>
      </dsp:nvSpPr>
      <dsp:spPr>
        <a:xfrm>
          <a:off x="943095" y="1024499"/>
          <a:ext cx="8005612" cy="8165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416" tIns="86416" rIns="86416" bIns="86416"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Nunito"/>
            </a:rPr>
            <a:t>Assignment Phase:</a:t>
          </a:r>
          <a:r>
            <a:rPr lang="en-US" sz="1900" kern="1200" dirty="0">
              <a:latin typeface="Nunito"/>
            </a:rPr>
            <a:t> Assign each data point to the nearest centroid based on distance.​</a:t>
          </a:r>
        </a:p>
      </dsp:txBody>
      <dsp:txXfrm>
        <a:off x="943095" y="1024499"/>
        <a:ext cx="8005612" cy="816532"/>
      </dsp:txXfrm>
    </dsp:sp>
    <dsp:sp modelId="{29A28A7C-6988-42F9-8549-9C5E85938FC0}">
      <dsp:nvSpPr>
        <dsp:cNvPr id="0" name=""/>
        <dsp:cNvSpPr/>
      </dsp:nvSpPr>
      <dsp:spPr>
        <a:xfrm>
          <a:off x="0" y="2045164"/>
          <a:ext cx="8948708" cy="8165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5CFE84-876C-4393-A8BB-3B017E990EC8}">
      <dsp:nvSpPr>
        <dsp:cNvPr id="0" name=""/>
        <dsp:cNvSpPr/>
      </dsp:nvSpPr>
      <dsp:spPr>
        <a:xfrm>
          <a:off x="247001" y="2228884"/>
          <a:ext cx="449092" cy="4490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AC254E-52B2-492A-884A-E88705B45A5B}">
      <dsp:nvSpPr>
        <dsp:cNvPr id="0" name=""/>
        <dsp:cNvSpPr/>
      </dsp:nvSpPr>
      <dsp:spPr>
        <a:xfrm>
          <a:off x="943095" y="2045164"/>
          <a:ext cx="8005612" cy="8165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416" tIns="86416" rIns="86416" bIns="86416"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Nunito"/>
            </a:rPr>
            <a:t>Update Phase:</a:t>
          </a:r>
          <a:r>
            <a:rPr lang="en-US" sz="1900" kern="1200" dirty="0">
              <a:latin typeface="Nunito"/>
            </a:rPr>
            <a:t> Recalculate centroids as the mean of data points in each cluster.​</a:t>
          </a:r>
        </a:p>
      </dsp:txBody>
      <dsp:txXfrm>
        <a:off x="943095" y="2045164"/>
        <a:ext cx="8005612" cy="816532"/>
      </dsp:txXfrm>
    </dsp:sp>
    <dsp:sp modelId="{82B139BF-FF45-4F1A-AA20-94C66F456768}">
      <dsp:nvSpPr>
        <dsp:cNvPr id="0" name=""/>
        <dsp:cNvSpPr/>
      </dsp:nvSpPr>
      <dsp:spPr>
        <a:xfrm>
          <a:off x="0" y="3065830"/>
          <a:ext cx="8948708" cy="8165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979367-4A17-4123-83DE-F00A74E3C4C1}">
      <dsp:nvSpPr>
        <dsp:cNvPr id="0" name=""/>
        <dsp:cNvSpPr/>
      </dsp:nvSpPr>
      <dsp:spPr>
        <a:xfrm>
          <a:off x="247001" y="3249550"/>
          <a:ext cx="449092" cy="44909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72311F-7E49-4F2D-A4F0-22DBB51D0CC1}">
      <dsp:nvSpPr>
        <dsp:cNvPr id="0" name=""/>
        <dsp:cNvSpPr/>
      </dsp:nvSpPr>
      <dsp:spPr>
        <a:xfrm>
          <a:off x="943095" y="3065830"/>
          <a:ext cx="8005612" cy="8165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416" tIns="86416" rIns="86416" bIns="86416"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Nunito"/>
            </a:rPr>
            <a:t>Iteration:</a:t>
          </a:r>
          <a:r>
            <a:rPr lang="en-US" sz="1900" kern="1200" dirty="0">
              <a:latin typeface="Nunito"/>
            </a:rPr>
            <a:t> Repeated assignment and update phases until convergence.​</a:t>
          </a:r>
        </a:p>
      </dsp:txBody>
      <dsp:txXfrm>
        <a:off x="943095" y="3065830"/>
        <a:ext cx="8005612" cy="816532"/>
      </dsp:txXfrm>
    </dsp:sp>
    <dsp:sp modelId="{0803B536-F6DE-45E9-864F-60FE84582108}">
      <dsp:nvSpPr>
        <dsp:cNvPr id="0" name=""/>
        <dsp:cNvSpPr/>
      </dsp:nvSpPr>
      <dsp:spPr>
        <a:xfrm>
          <a:off x="0" y="4086496"/>
          <a:ext cx="8948708" cy="8165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9451C0-7E54-4379-BB92-7039828D0993}">
      <dsp:nvSpPr>
        <dsp:cNvPr id="0" name=""/>
        <dsp:cNvSpPr/>
      </dsp:nvSpPr>
      <dsp:spPr>
        <a:xfrm>
          <a:off x="247001" y="4270215"/>
          <a:ext cx="449092" cy="44909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2F6973-5184-454D-AE1E-9B0F9F6C6E7F}">
      <dsp:nvSpPr>
        <dsp:cNvPr id="0" name=""/>
        <dsp:cNvSpPr/>
      </dsp:nvSpPr>
      <dsp:spPr>
        <a:xfrm>
          <a:off x="943095" y="4086496"/>
          <a:ext cx="8005612" cy="8165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416" tIns="86416" rIns="86416" bIns="86416"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Nunito"/>
            </a:rPr>
            <a:t>Result:</a:t>
          </a:r>
          <a:r>
            <a:rPr lang="en-US" sz="1900" kern="1200" dirty="0">
              <a:latin typeface="Nunito"/>
            </a:rPr>
            <a:t> Final cluster assignments represent the solution.</a:t>
          </a:r>
        </a:p>
      </dsp:txBody>
      <dsp:txXfrm>
        <a:off x="943095" y="4086496"/>
        <a:ext cx="8005612" cy="8165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E7BB1F-235F-4038-BF86-64B4A8EDD768}">
      <dsp:nvSpPr>
        <dsp:cNvPr id="0" name=""/>
        <dsp:cNvSpPr/>
      </dsp:nvSpPr>
      <dsp:spPr>
        <a:xfrm>
          <a:off x="0" y="3766"/>
          <a:ext cx="9107735" cy="80219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101F6-E516-42CF-951E-C53F8E97550D}">
      <dsp:nvSpPr>
        <dsp:cNvPr id="0" name=""/>
        <dsp:cNvSpPr/>
      </dsp:nvSpPr>
      <dsp:spPr>
        <a:xfrm>
          <a:off x="242664" y="184260"/>
          <a:ext cx="441208" cy="4412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360063-BCA2-4E91-8A8A-6356A488FED1}">
      <dsp:nvSpPr>
        <dsp:cNvPr id="0" name=""/>
        <dsp:cNvSpPr/>
      </dsp:nvSpPr>
      <dsp:spPr>
        <a:xfrm>
          <a:off x="926538" y="3766"/>
          <a:ext cx="8181196" cy="8021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99" tIns="84899" rIns="84899" bIns="84899"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Nunito"/>
            </a:rPr>
            <a:t>Initialization:</a:t>
          </a:r>
          <a:r>
            <a:rPr lang="en-US" sz="1900" kern="1200" dirty="0">
              <a:latin typeface="Nunito"/>
            </a:rPr>
            <a:t> Begin with each data point as an individual cluster.</a:t>
          </a:r>
        </a:p>
      </dsp:txBody>
      <dsp:txXfrm>
        <a:off x="926538" y="3766"/>
        <a:ext cx="8181196" cy="802198"/>
      </dsp:txXfrm>
    </dsp:sp>
    <dsp:sp modelId="{0948E2D4-1A6E-439B-87CA-C0164C952E14}">
      <dsp:nvSpPr>
        <dsp:cNvPr id="0" name=""/>
        <dsp:cNvSpPr/>
      </dsp:nvSpPr>
      <dsp:spPr>
        <a:xfrm>
          <a:off x="0" y="1006513"/>
          <a:ext cx="9107735" cy="80219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3868B2-1ED0-47FE-9FB1-40C04964BF15}">
      <dsp:nvSpPr>
        <dsp:cNvPr id="0" name=""/>
        <dsp:cNvSpPr/>
      </dsp:nvSpPr>
      <dsp:spPr>
        <a:xfrm>
          <a:off x="242664" y="1187008"/>
          <a:ext cx="441208" cy="4412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D3E1B9-9883-4EE5-8055-5DBA4DC22426}">
      <dsp:nvSpPr>
        <dsp:cNvPr id="0" name=""/>
        <dsp:cNvSpPr/>
      </dsp:nvSpPr>
      <dsp:spPr>
        <a:xfrm>
          <a:off x="926538" y="1006513"/>
          <a:ext cx="8181196" cy="8021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99" tIns="84899" rIns="84899" bIns="84899"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Nunito"/>
            </a:rPr>
            <a:t>Pairwise Distance:</a:t>
          </a:r>
          <a:r>
            <a:rPr lang="en-US" sz="1900" kern="1200" dirty="0">
              <a:latin typeface="Nunito"/>
            </a:rPr>
            <a:t> Calculate pairwise distances (e.g., Euclidean) between all clusters.</a:t>
          </a:r>
        </a:p>
      </dsp:txBody>
      <dsp:txXfrm>
        <a:off x="926538" y="1006513"/>
        <a:ext cx="8181196" cy="802198"/>
      </dsp:txXfrm>
    </dsp:sp>
    <dsp:sp modelId="{32706EED-737A-4AF7-B592-AC97A1F75B9A}">
      <dsp:nvSpPr>
        <dsp:cNvPr id="0" name=""/>
        <dsp:cNvSpPr/>
      </dsp:nvSpPr>
      <dsp:spPr>
        <a:xfrm>
          <a:off x="0" y="2009261"/>
          <a:ext cx="9107735" cy="80219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E7FD12-055F-47D7-B343-2A982C455E82}">
      <dsp:nvSpPr>
        <dsp:cNvPr id="0" name=""/>
        <dsp:cNvSpPr/>
      </dsp:nvSpPr>
      <dsp:spPr>
        <a:xfrm>
          <a:off x="242664" y="2189756"/>
          <a:ext cx="441208" cy="44120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B7A631-82F1-44E8-BF68-DCD8CCE85507}">
      <dsp:nvSpPr>
        <dsp:cNvPr id="0" name=""/>
        <dsp:cNvSpPr/>
      </dsp:nvSpPr>
      <dsp:spPr>
        <a:xfrm>
          <a:off x="926538" y="2009261"/>
          <a:ext cx="8181196" cy="8021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99" tIns="84899" rIns="84899" bIns="84899"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Nunito"/>
            </a:rPr>
            <a:t>Cluster Merge:</a:t>
          </a:r>
          <a:r>
            <a:rPr lang="en-US" sz="1900" kern="1200" dirty="0">
              <a:latin typeface="Nunito"/>
            </a:rPr>
            <a:t> Merge the two closest clusters based on linkage criteria (e.g., single, complete, or average linkage).</a:t>
          </a:r>
        </a:p>
      </dsp:txBody>
      <dsp:txXfrm>
        <a:off x="926538" y="2009261"/>
        <a:ext cx="8181196" cy="802198"/>
      </dsp:txXfrm>
    </dsp:sp>
    <dsp:sp modelId="{55683AA6-A331-4684-AE47-5AF3C3333AC5}">
      <dsp:nvSpPr>
        <dsp:cNvPr id="0" name=""/>
        <dsp:cNvSpPr/>
      </dsp:nvSpPr>
      <dsp:spPr>
        <a:xfrm>
          <a:off x="0" y="3012009"/>
          <a:ext cx="9107735" cy="80219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EA58EB-2EF8-4FBB-BF4E-E2C2BF8A9302}">
      <dsp:nvSpPr>
        <dsp:cNvPr id="0" name=""/>
        <dsp:cNvSpPr/>
      </dsp:nvSpPr>
      <dsp:spPr>
        <a:xfrm>
          <a:off x="242664" y="3192503"/>
          <a:ext cx="441208" cy="44120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A730A7-FFD9-4CD4-AAE5-D01E34F64966}">
      <dsp:nvSpPr>
        <dsp:cNvPr id="0" name=""/>
        <dsp:cNvSpPr/>
      </dsp:nvSpPr>
      <dsp:spPr>
        <a:xfrm>
          <a:off x="926538" y="3012009"/>
          <a:ext cx="8181196" cy="8021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99" tIns="84899" rIns="84899" bIns="84899"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Nunito"/>
            </a:rPr>
            <a:t>Distance Update:</a:t>
          </a:r>
          <a:r>
            <a:rPr lang="en-US" sz="1900" kern="1200" dirty="0">
              <a:latin typeface="Nunito"/>
            </a:rPr>
            <a:t> Recalculate distances between the merged cluster and other clusters.</a:t>
          </a:r>
        </a:p>
      </dsp:txBody>
      <dsp:txXfrm>
        <a:off x="926538" y="3012009"/>
        <a:ext cx="8181196" cy="802198"/>
      </dsp:txXfrm>
    </dsp:sp>
    <dsp:sp modelId="{20242F22-382B-4A94-9104-8C2FF1103373}">
      <dsp:nvSpPr>
        <dsp:cNvPr id="0" name=""/>
        <dsp:cNvSpPr/>
      </dsp:nvSpPr>
      <dsp:spPr>
        <a:xfrm>
          <a:off x="0" y="4014756"/>
          <a:ext cx="9107735" cy="80219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28B122-7D7D-4C88-B3B6-CDF27F01F287}">
      <dsp:nvSpPr>
        <dsp:cNvPr id="0" name=""/>
        <dsp:cNvSpPr/>
      </dsp:nvSpPr>
      <dsp:spPr>
        <a:xfrm>
          <a:off x="242664" y="4195251"/>
          <a:ext cx="441208" cy="44120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D08950-AD72-4789-A73C-3FEF2CA81426}">
      <dsp:nvSpPr>
        <dsp:cNvPr id="0" name=""/>
        <dsp:cNvSpPr/>
      </dsp:nvSpPr>
      <dsp:spPr>
        <a:xfrm>
          <a:off x="926538" y="4014756"/>
          <a:ext cx="8181196" cy="8021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899" tIns="84899" rIns="84899" bIns="84899" numCol="1" spcCol="1270" anchor="ctr" anchorCtr="0">
          <a:noAutofit/>
        </a:bodyPr>
        <a:lstStyle/>
        <a:p>
          <a:pPr marL="0" lvl="0" indent="0" algn="l" defTabSz="844550">
            <a:lnSpc>
              <a:spcPct val="90000"/>
            </a:lnSpc>
            <a:spcBef>
              <a:spcPct val="0"/>
            </a:spcBef>
            <a:spcAft>
              <a:spcPct val="35000"/>
            </a:spcAft>
            <a:buNone/>
          </a:pPr>
          <a:r>
            <a:rPr lang="en-US" sz="1900" b="1" kern="1200" dirty="0">
              <a:latin typeface="Nunito"/>
            </a:rPr>
            <a:t>Repeat:</a:t>
          </a:r>
          <a:r>
            <a:rPr lang="en-US" sz="1900" kern="1200" dirty="0">
              <a:latin typeface="Nunito"/>
            </a:rPr>
            <a:t> Repeat steps 2 to 4 until a single cluster containing all data points is formed or a stopping criterion is met</a:t>
          </a:r>
          <a:r>
            <a:rPr lang="en-US" sz="1900" kern="1200" dirty="0"/>
            <a:t>.</a:t>
          </a:r>
        </a:p>
      </dsp:txBody>
      <dsp:txXfrm>
        <a:off x="926538" y="4014756"/>
        <a:ext cx="8181196" cy="80219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07-12-2024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localhost:8889/notebooks/Desktop/Elbow%20Method%20%26%20Silhouette%20Score%20for%20K%20selection%20-%20Customer%20Segmentation%20Dataset.ipynb"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localhost:8889/notebooks/Desktop/K-Means%20Clustering%20-%20Bank%20Transaction%20Dataset.ipynb"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Note:- Use </a:t>
            </a:r>
            <a:r>
              <a:rPr lang="en-US" err="1">
                <a:ea typeface="Calibri"/>
                <a:cs typeface="Calibri"/>
              </a:rPr>
              <a:t>Jupyter</a:t>
            </a:r>
            <a:r>
              <a:rPr lang="en-US">
                <a:ea typeface="Calibri"/>
                <a:cs typeface="Calibri"/>
              </a:rPr>
              <a:t> file for this question - </a:t>
            </a:r>
            <a:r>
              <a:rPr lang="en-US" dirty="0">
                <a:hlinkClick r:id="rId3"/>
              </a:rPr>
              <a:t>Elbow Method &amp; Silhouette Score for K selection - Customer Segmentation Dataset.ipynb</a:t>
            </a:r>
          </a:p>
        </p:txBody>
      </p:sp>
      <p:sp>
        <p:nvSpPr>
          <p:cNvPr id="4" name="Slide Number Placeholder 3"/>
          <p:cNvSpPr>
            <a:spLocks noGrp="1"/>
          </p:cNvSpPr>
          <p:nvPr>
            <p:ph type="sldNum" sz="quarter" idx="5"/>
          </p:nvPr>
        </p:nvSpPr>
        <p:spPr/>
        <p:txBody>
          <a:bodyPr/>
          <a:lstStyle/>
          <a:p>
            <a:fld id="{47FFB008-8E38-46F5-BCB9-8CFEF233CF3A}" type="slidenum">
              <a:rPr lang="en-IN" smtClean="0"/>
              <a:t>37</a:t>
            </a:fld>
            <a:endParaRPr lang="en-IN"/>
          </a:p>
        </p:txBody>
      </p:sp>
    </p:spTree>
    <p:extLst>
      <p:ext uri="{BB962C8B-B14F-4D97-AF65-F5344CB8AC3E}">
        <p14:creationId xmlns:p14="http://schemas.microsoft.com/office/powerpoint/2010/main" val="3758341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38</a:t>
            </a:fld>
            <a:endParaRPr lang="en-IN"/>
          </a:p>
        </p:txBody>
      </p:sp>
    </p:spTree>
    <p:extLst>
      <p:ext uri="{BB962C8B-B14F-4D97-AF65-F5344CB8AC3E}">
        <p14:creationId xmlns:p14="http://schemas.microsoft.com/office/powerpoint/2010/main" val="196119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39</a:t>
            </a:fld>
            <a:endParaRPr lang="en-IN"/>
          </a:p>
        </p:txBody>
      </p:sp>
    </p:spTree>
    <p:extLst>
      <p:ext uri="{BB962C8B-B14F-4D97-AF65-F5344CB8AC3E}">
        <p14:creationId xmlns:p14="http://schemas.microsoft.com/office/powerpoint/2010/main" val="3598982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40</a:t>
            </a:fld>
            <a:endParaRPr lang="en-IN"/>
          </a:p>
        </p:txBody>
      </p:sp>
    </p:spTree>
    <p:extLst>
      <p:ext uri="{BB962C8B-B14F-4D97-AF65-F5344CB8AC3E}">
        <p14:creationId xmlns:p14="http://schemas.microsoft.com/office/powerpoint/2010/main" val="767513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41</a:t>
            </a:fld>
            <a:endParaRPr lang="en-IN"/>
          </a:p>
        </p:txBody>
      </p:sp>
    </p:spTree>
    <p:extLst>
      <p:ext uri="{BB962C8B-B14F-4D97-AF65-F5344CB8AC3E}">
        <p14:creationId xmlns:p14="http://schemas.microsoft.com/office/powerpoint/2010/main" val="4049394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42</a:t>
            </a:fld>
            <a:endParaRPr lang="en-IN"/>
          </a:p>
        </p:txBody>
      </p:sp>
    </p:spTree>
    <p:extLst>
      <p:ext uri="{BB962C8B-B14F-4D97-AF65-F5344CB8AC3E}">
        <p14:creationId xmlns:p14="http://schemas.microsoft.com/office/powerpoint/2010/main" val="2773693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CCEF2-0A1B-FC26-7898-395A31D1A1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00D26-CF1F-507B-3042-0F4C7F303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E7F651-D273-940A-4EC6-6993B8F082AA}"/>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8010ECF6-8B83-66FE-657F-89807F0709D8}"/>
              </a:ext>
            </a:extLst>
          </p:cNvPr>
          <p:cNvSpPr>
            <a:spLocks noGrp="1"/>
          </p:cNvSpPr>
          <p:nvPr>
            <p:ph type="sldNum" sz="quarter" idx="5"/>
          </p:nvPr>
        </p:nvSpPr>
        <p:spPr/>
        <p:txBody>
          <a:bodyPr/>
          <a:lstStyle/>
          <a:p>
            <a:fld id="{47FFB008-8E38-46F5-BCB9-8CFEF233CF3A}" type="slidenum">
              <a:rPr lang="en-IN" smtClean="0"/>
              <a:t>43</a:t>
            </a:fld>
            <a:endParaRPr lang="en-IN"/>
          </a:p>
        </p:txBody>
      </p:sp>
    </p:spTree>
    <p:extLst>
      <p:ext uri="{BB962C8B-B14F-4D97-AF65-F5344CB8AC3E}">
        <p14:creationId xmlns:p14="http://schemas.microsoft.com/office/powerpoint/2010/main" val="235160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3D614-2314-3E7A-8E1C-95C84CE9D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AA9B1-5B8A-29A8-2C8A-881CDCB21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0D6F1-EB8B-BA13-3943-97ABE00391C8}"/>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C7D9FAA6-B8C4-F9C2-1407-0077F83A76B1}"/>
              </a:ext>
            </a:extLst>
          </p:cNvPr>
          <p:cNvSpPr>
            <a:spLocks noGrp="1"/>
          </p:cNvSpPr>
          <p:nvPr>
            <p:ph type="sldNum" sz="quarter" idx="5"/>
          </p:nvPr>
        </p:nvSpPr>
        <p:spPr/>
        <p:txBody>
          <a:bodyPr/>
          <a:lstStyle/>
          <a:p>
            <a:fld id="{47FFB008-8E38-46F5-BCB9-8CFEF233CF3A}" type="slidenum">
              <a:rPr lang="en-IN" smtClean="0"/>
              <a:t>44</a:t>
            </a:fld>
            <a:endParaRPr lang="en-IN"/>
          </a:p>
        </p:txBody>
      </p:sp>
    </p:spTree>
    <p:extLst>
      <p:ext uri="{BB962C8B-B14F-4D97-AF65-F5344CB8AC3E}">
        <p14:creationId xmlns:p14="http://schemas.microsoft.com/office/powerpoint/2010/main" val="2933537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45</a:t>
            </a:fld>
            <a:endParaRPr lang="en-IN"/>
          </a:p>
        </p:txBody>
      </p:sp>
    </p:spTree>
    <p:extLst>
      <p:ext uri="{BB962C8B-B14F-4D97-AF65-F5344CB8AC3E}">
        <p14:creationId xmlns:p14="http://schemas.microsoft.com/office/powerpoint/2010/main" val="2783924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46</a:t>
            </a:fld>
            <a:endParaRPr lang="en-IN"/>
          </a:p>
        </p:txBody>
      </p:sp>
    </p:spTree>
    <p:extLst>
      <p:ext uri="{BB962C8B-B14F-4D97-AF65-F5344CB8AC3E}">
        <p14:creationId xmlns:p14="http://schemas.microsoft.com/office/powerpoint/2010/main" val="2411951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47</a:t>
            </a:fld>
            <a:endParaRPr lang="en-IN"/>
          </a:p>
        </p:txBody>
      </p:sp>
    </p:spTree>
    <p:extLst>
      <p:ext uri="{BB962C8B-B14F-4D97-AF65-F5344CB8AC3E}">
        <p14:creationId xmlns:p14="http://schemas.microsoft.com/office/powerpoint/2010/main" val="813574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48</a:t>
            </a:fld>
            <a:endParaRPr lang="en-IN"/>
          </a:p>
        </p:txBody>
      </p:sp>
    </p:spTree>
    <p:extLst>
      <p:ext uri="{BB962C8B-B14F-4D97-AF65-F5344CB8AC3E}">
        <p14:creationId xmlns:p14="http://schemas.microsoft.com/office/powerpoint/2010/main" val="3267636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49</a:t>
            </a:fld>
            <a:endParaRPr lang="en-IN"/>
          </a:p>
        </p:txBody>
      </p:sp>
    </p:spTree>
    <p:extLst>
      <p:ext uri="{BB962C8B-B14F-4D97-AF65-F5344CB8AC3E}">
        <p14:creationId xmlns:p14="http://schemas.microsoft.com/office/powerpoint/2010/main" val="4160201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F7F64-F3C5-9834-A68A-51AD7FB59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1282C-68A0-B88B-50A5-9AB8174874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104428-DC7A-F00F-E0E6-B57A7B2D2EB1}"/>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F6A14313-0B10-734B-C100-3D61805D76A2}"/>
              </a:ext>
            </a:extLst>
          </p:cNvPr>
          <p:cNvSpPr>
            <a:spLocks noGrp="1"/>
          </p:cNvSpPr>
          <p:nvPr>
            <p:ph type="sldNum" sz="quarter" idx="5"/>
          </p:nvPr>
        </p:nvSpPr>
        <p:spPr/>
        <p:txBody>
          <a:bodyPr/>
          <a:lstStyle/>
          <a:p>
            <a:fld id="{47FFB008-8E38-46F5-BCB9-8CFEF233CF3A}" type="slidenum">
              <a:rPr lang="en-IN" smtClean="0"/>
              <a:t>50</a:t>
            </a:fld>
            <a:endParaRPr lang="en-IN"/>
          </a:p>
        </p:txBody>
      </p:sp>
    </p:spTree>
    <p:extLst>
      <p:ext uri="{BB962C8B-B14F-4D97-AF65-F5344CB8AC3E}">
        <p14:creationId xmlns:p14="http://schemas.microsoft.com/office/powerpoint/2010/main" val="3453489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51</a:t>
            </a:fld>
            <a:endParaRPr lang="en-IN"/>
          </a:p>
        </p:txBody>
      </p:sp>
    </p:spTree>
    <p:extLst>
      <p:ext uri="{BB962C8B-B14F-4D97-AF65-F5344CB8AC3E}">
        <p14:creationId xmlns:p14="http://schemas.microsoft.com/office/powerpoint/2010/main" val="19808069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52</a:t>
            </a:fld>
            <a:endParaRPr lang="en-IN"/>
          </a:p>
        </p:txBody>
      </p:sp>
    </p:spTree>
    <p:extLst>
      <p:ext uri="{BB962C8B-B14F-4D97-AF65-F5344CB8AC3E}">
        <p14:creationId xmlns:p14="http://schemas.microsoft.com/office/powerpoint/2010/main" val="2885458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Use </a:t>
            </a:r>
            <a:r>
              <a:rPr lang="en-US" dirty="0" err="1"/>
              <a:t>Jupyter</a:t>
            </a:r>
            <a:r>
              <a:rPr lang="en-US" dirty="0"/>
              <a:t> file for this question - </a:t>
            </a:r>
            <a:r>
              <a:rPr lang="en-US" dirty="0">
                <a:hlinkClick r:id="rId3"/>
              </a:rPr>
              <a:t>K-Means Clustering - Bank Transaction Dataset.ipynb</a:t>
            </a:r>
            <a:endParaRPr lang="en-US"/>
          </a:p>
        </p:txBody>
      </p:sp>
      <p:sp>
        <p:nvSpPr>
          <p:cNvPr id="4" name="Slide Number Placeholder 3"/>
          <p:cNvSpPr>
            <a:spLocks noGrp="1"/>
          </p:cNvSpPr>
          <p:nvPr>
            <p:ph type="sldNum" sz="quarter" idx="5"/>
          </p:nvPr>
        </p:nvSpPr>
        <p:spPr/>
        <p:txBody>
          <a:bodyPr/>
          <a:lstStyle/>
          <a:p>
            <a:fld id="{47FFB008-8E38-46F5-BCB9-8CFEF233CF3A}" type="slidenum">
              <a:rPr lang="en-IN" smtClean="0"/>
              <a:t>53</a:t>
            </a:fld>
            <a:endParaRPr lang="en-IN"/>
          </a:p>
        </p:txBody>
      </p:sp>
    </p:spTree>
    <p:extLst>
      <p:ext uri="{BB962C8B-B14F-4D97-AF65-F5344CB8AC3E}">
        <p14:creationId xmlns:p14="http://schemas.microsoft.com/office/powerpoint/2010/main" val="18903090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54</a:t>
            </a:fld>
            <a:endParaRPr lang="en-IN"/>
          </a:p>
        </p:txBody>
      </p:sp>
    </p:spTree>
    <p:extLst>
      <p:ext uri="{BB962C8B-B14F-4D97-AF65-F5344CB8AC3E}">
        <p14:creationId xmlns:p14="http://schemas.microsoft.com/office/powerpoint/2010/main" val="1331418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55</a:t>
            </a:fld>
            <a:endParaRPr lang="en-IN"/>
          </a:p>
        </p:txBody>
      </p:sp>
    </p:spTree>
    <p:extLst>
      <p:ext uri="{BB962C8B-B14F-4D97-AF65-F5344CB8AC3E}">
        <p14:creationId xmlns:p14="http://schemas.microsoft.com/office/powerpoint/2010/main" val="113060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278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9934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19789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31256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95593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28349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36815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5053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12/7/2024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4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8.emf"/><Relationship Id="rId5" Type="http://schemas.openxmlformats.org/officeDocument/2006/relationships/image" Target="../media/image67.emf"/><Relationship Id="rId4" Type="http://schemas.openxmlformats.org/officeDocument/2006/relationships/image" Target="../media/image66.emf"/></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75.emf"/><Relationship Id="rId5" Type="http://schemas.openxmlformats.org/officeDocument/2006/relationships/image" Target="../media/image74.emf"/><Relationship Id="rId4" Type="http://schemas.openxmlformats.org/officeDocument/2006/relationships/image" Target="../media/image73.emf"/></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meter&#10;&#10;Description automatically generated"/>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5FAF0B8B-2FA0-7D88-B529-85CF2FDB866C}"/>
              </a:ext>
            </a:extLst>
          </p:cNvPr>
          <p:cNvSpPr txBox="1"/>
          <p:nvPr/>
        </p:nvSpPr>
        <p:spPr>
          <a:xfrm>
            <a:off x="1216411" y="1350560"/>
            <a:ext cx="9042002" cy="3604833"/>
          </a:xfrm>
          <a:prstGeom prst="rect">
            <a:avLst/>
          </a:prstGeom>
          <a:noFill/>
        </p:spPr>
        <p:txBody>
          <a:bodyPr wrap="square" lIns="91440" tIns="45720" rIns="91440" bIns="45720" anchor="t">
            <a:spAutoFit/>
          </a:bodyPr>
          <a:lstStyle/>
          <a:p>
            <a:pPr marL="342900" indent="-342900">
              <a:lnSpc>
                <a:spcPct val="150000"/>
              </a:lnSpc>
              <a:buFont typeface="Arial"/>
              <a:buChar char="•"/>
            </a:pPr>
            <a:r>
              <a:rPr lang="en-US" sz="2200">
                <a:solidFill>
                  <a:srgbClr val="374151"/>
                </a:solidFill>
                <a:latin typeface="Nunito"/>
                <a:ea typeface="+mn-lt"/>
                <a:cs typeface="+mn-lt"/>
              </a:rPr>
              <a:t>Introduction to Clustering</a:t>
            </a:r>
            <a:endParaRPr lang="en-US" sz="2200" dirty="0">
              <a:solidFill>
                <a:srgbClr val="374151"/>
              </a:solidFill>
              <a:latin typeface="Nunito"/>
              <a:ea typeface="+mn-lt"/>
              <a:cs typeface="+mn-lt"/>
            </a:endParaRPr>
          </a:p>
          <a:p>
            <a:pPr marL="342900" indent="-342900">
              <a:lnSpc>
                <a:spcPct val="150000"/>
              </a:lnSpc>
              <a:buFont typeface="Arial"/>
              <a:buChar char="•"/>
            </a:pPr>
            <a:r>
              <a:rPr lang="en-US" sz="2200">
                <a:solidFill>
                  <a:srgbClr val="374151"/>
                </a:solidFill>
                <a:latin typeface="Nunito"/>
                <a:ea typeface="+mn-lt"/>
                <a:cs typeface="+mn-lt"/>
              </a:rPr>
              <a:t>K-Means Clustering</a:t>
            </a:r>
          </a:p>
          <a:p>
            <a:pPr marL="342900" indent="-342900">
              <a:lnSpc>
                <a:spcPct val="150000"/>
              </a:lnSpc>
              <a:buFont typeface="Arial"/>
              <a:buChar char="•"/>
            </a:pPr>
            <a:r>
              <a:rPr lang="en-US" sz="2200">
                <a:solidFill>
                  <a:srgbClr val="374151"/>
                </a:solidFill>
                <a:latin typeface="Nunito"/>
                <a:ea typeface="+mn-lt"/>
                <a:cs typeface="+mn-lt"/>
              </a:rPr>
              <a:t>K-Means Algorithm</a:t>
            </a:r>
          </a:p>
          <a:p>
            <a:pPr marL="342900" indent="-342900">
              <a:lnSpc>
                <a:spcPct val="150000"/>
              </a:lnSpc>
              <a:buFont typeface="Arial"/>
              <a:buChar char="•"/>
            </a:pPr>
            <a:r>
              <a:rPr lang="en-US" sz="2200">
                <a:solidFill>
                  <a:srgbClr val="374151"/>
                </a:solidFill>
                <a:latin typeface="Nunito"/>
                <a:ea typeface="+mn-lt"/>
                <a:cs typeface="+mn-lt"/>
              </a:rPr>
              <a:t>Choosing the Number of Clusters (K)</a:t>
            </a:r>
          </a:p>
          <a:p>
            <a:pPr marL="342900" indent="-342900">
              <a:lnSpc>
                <a:spcPct val="150000"/>
              </a:lnSpc>
              <a:buFont typeface="Arial"/>
              <a:buChar char="•"/>
            </a:pPr>
            <a:r>
              <a:rPr lang="en-US" sz="2200">
                <a:solidFill>
                  <a:srgbClr val="374151"/>
                </a:solidFill>
                <a:latin typeface="Nunito"/>
                <a:ea typeface="+mn-lt"/>
                <a:cs typeface="+mn-lt"/>
              </a:rPr>
              <a:t>Introduction to Hierarchical Clustering</a:t>
            </a:r>
          </a:p>
          <a:p>
            <a:pPr marL="342900" indent="-342900">
              <a:lnSpc>
                <a:spcPct val="150000"/>
              </a:lnSpc>
              <a:buFont typeface="Arial"/>
              <a:buChar char="•"/>
            </a:pPr>
            <a:r>
              <a:rPr lang="en-US" sz="2200">
                <a:solidFill>
                  <a:srgbClr val="374151"/>
                </a:solidFill>
                <a:latin typeface="Nunito"/>
                <a:ea typeface="+mn-lt"/>
                <a:cs typeface="+mn-lt"/>
              </a:rPr>
              <a:t>Agglomerative Hierarchical Clustering</a:t>
            </a:r>
          </a:p>
          <a:p>
            <a:pPr marL="342900" indent="-342900">
              <a:lnSpc>
                <a:spcPct val="150000"/>
              </a:lnSpc>
              <a:buFont typeface="Arial"/>
              <a:buChar char="•"/>
            </a:pPr>
            <a:r>
              <a:rPr lang="en-US" sz="2200" dirty="0">
                <a:solidFill>
                  <a:srgbClr val="374151"/>
                </a:solidFill>
                <a:latin typeface="Nunito"/>
                <a:ea typeface="+mn-lt"/>
                <a:cs typeface="+mn-lt"/>
              </a:rPr>
              <a:t>Hands-On Practical Example: Customer Segmentation</a:t>
            </a: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4096824" y="359531"/>
            <a:ext cx="397959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Day 6: Agenda</a:t>
            </a:r>
          </a:p>
        </p:txBody>
      </p:sp>
    </p:spTree>
    <p:extLst>
      <p:ext uri="{BB962C8B-B14F-4D97-AF65-F5344CB8AC3E}">
        <p14:creationId xmlns:p14="http://schemas.microsoft.com/office/powerpoint/2010/main" val="4076578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AF0B8B-2FA0-7D88-B529-85CF2FDB866C}"/>
              </a:ext>
            </a:extLst>
          </p:cNvPr>
          <p:cNvSpPr txBox="1"/>
          <p:nvPr/>
        </p:nvSpPr>
        <p:spPr>
          <a:xfrm>
            <a:off x="759586" y="1129843"/>
            <a:ext cx="11345328" cy="3170099"/>
          </a:xfrm>
          <a:prstGeom prst="rect">
            <a:avLst/>
          </a:prstGeom>
          <a:noFill/>
        </p:spPr>
        <p:txBody>
          <a:bodyPr wrap="square" lIns="91440" tIns="45720" rIns="91440" bIns="45720" anchor="t">
            <a:spAutoFit/>
          </a:bodyPr>
          <a:lstStyle/>
          <a:p>
            <a:pPr marL="342900" indent="-342900">
              <a:buFont typeface="Arial" panose="020B0604020202020204" pitchFamily="34" charset="0"/>
              <a:buChar char="•"/>
            </a:pPr>
            <a:r>
              <a:rPr lang="en-US" sz="2000" dirty="0">
                <a:solidFill>
                  <a:srgbClr val="374151"/>
                </a:solidFill>
                <a:latin typeface="Nunito"/>
                <a:ea typeface="+mn-lt"/>
                <a:cs typeface="+mn-lt"/>
              </a:rPr>
              <a:t>Unsupervised learning is the different type of machine learning algorithm specially used when the target variable is absent in dataset, or the dataset is not labelled. The primary goal of unsupervised learning is finding hidden pattern exist within the data. </a:t>
            </a:r>
          </a:p>
          <a:p>
            <a:pPr marL="342900" indent="-342900">
              <a:buFont typeface="Arial" panose="020B0604020202020204" pitchFamily="34" charset="0"/>
              <a:buChar char="•"/>
            </a:pPr>
            <a:r>
              <a:rPr lang="en-US" sz="2000" dirty="0">
                <a:solidFill>
                  <a:srgbClr val="374151"/>
                </a:solidFill>
                <a:latin typeface="Nunito"/>
                <a:ea typeface="+mn-lt"/>
                <a:cs typeface="+mn-lt"/>
              </a:rPr>
              <a:t>This can be achieved through grouping the data points into homogenous groups also known as clusters. </a:t>
            </a:r>
          </a:p>
          <a:p>
            <a:pPr marL="342900" indent="-342900">
              <a:buFont typeface="Arial" panose="020B0604020202020204" pitchFamily="34" charset="0"/>
              <a:buChar char="•"/>
            </a:pPr>
            <a:r>
              <a:rPr lang="en-US" sz="2000" dirty="0">
                <a:solidFill>
                  <a:srgbClr val="374151"/>
                </a:solidFill>
                <a:latin typeface="Nunito"/>
                <a:ea typeface="+mn-lt"/>
                <a:cs typeface="+mn-lt"/>
              </a:rPr>
              <a:t>Unsupervised learning is much harder and complex than supervised learning as the results are hard to define in the absence of target variable or labels. </a:t>
            </a:r>
          </a:p>
          <a:p>
            <a:pPr marL="342900" indent="-342900">
              <a:buFont typeface="Arial" panose="020B0604020202020204" pitchFamily="34" charset="0"/>
              <a:buChar char="•"/>
            </a:pPr>
            <a:r>
              <a:rPr lang="en-US" sz="2000" dirty="0">
                <a:solidFill>
                  <a:srgbClr val="374151"/>
                </a:solidFill>
                <a:latin typeface="Nunito"/>
                <a:ea typeface="+mn-lt"/>
                <a:cs typeface="+mn-lt"/>
              </a:rPr>
              <a:t>The other issue with unsupervised learning is the definition of objective function. Despite these issues unsupervised (clustering) is used to gain the insight of data before applying a classification model</a:t>
            </a:r>
            <a:endParaRPr lang="en-US" sz="2000" dirty="0">
              <a:latin typeface="Nunito"/>
            </a:endParaRP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1687286" y="343765"/>
            <a:ext cx="71301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Unsupervised learning-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3080017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687286" y="343765"/>
            <a:ext cx="71301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Unsupervised learning-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4" name="Picture 3">
            <a:extLst>
              <a:ext uri="{FF2B5EF4-FFF2-40B4-BE49-F238E27FC236}">
                <a16:creationId xmlns:a16="http://schemas.microsoft.com/office/drawing/2014/main" id="{C1A35102-C123-1E83-A7EB-B1EE71FDE547}"/>
              </a:ext>
            </a:extLst>
          </p:cNvPr>
          <p:cNvPicPr>
            <a:picLocks noChangeAspect="1"/>
          </p:cNvPicPr>
          <p:nvPr/>
        </p:nvPicPr>
        <p:blipFill>
          <a:blip r:embed="rId3"/>
          <a:stretch>
            <a:fillRect/>
          </a:stretch>
        </p:blipFill>
        <p:spPr>
          <a:xfrm>
            <a:off x="2209600" y="2235138"/>
            <a:ext cx="7772799" cy="2387723"/>
          </a:xfrm>
          <a:prstGeom prst="rect">
            <a:avLst/>
          </a:prstGeom>
        </p:spPr>
      </p:pic>
    </p:spTree>
    <p:extLst>
      <p:ext uri="{BB962C8B-B14F-4D97-AF65-F5344CB8AC3E}">
        <p14:creationId xmlns:p14="http://schemas.microsoft.com/office/powerpoint/2010/main" val="3508300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687286" y="343765"/>
            <a:ext cx="71301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Unsupervised learning-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Rectangle: Rounded Corners 4">
            <a:extLst>
              <a:ext uri="{FF2B5EF4-FFF2-40B4-BE49-F238E27FC236}">
                <a16:creationId xmlns:a16="http://schemas.microsoft.com/office/drawing/2014/main" id="{15F922ED-2406-AD87-F2B9-50AF23F20ADA}"/>
              </a:ext>
            </a:extLst>
          </p:cNvPr>
          <p:cNvSpPr/>
          <p:nvPr/>
        </p:nvSpPr>
        <p:spPr>
          <a:xfrm>
            <a:off x="1687286" y="1926771"/>
            <a:ext cx="3505200" cy="306977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285750" indent="-285750" algn="l">
              <a:buFont typeface="Arial" panose="020B0604020202020204" pitchFamily="34" charset="0"/>
              <a:buChar char="•"/>
            </a:pPr>
            <a:endParaRPr lang="en-US" b="0" i="0" u="none" strike="noStrike" baseline="0" dirty="0">
              <a:solidFill>
                <a:srgbClr val="000000"/>
              </a:solidFill>
              <a:latin typeface="Arial" panose="020B0604020202020204" pitchFamily="34" charset="0"/>
            </a:endParaRPr>
          </a:p>
          <a:p>
            <a:pPr marL="285750" marR="0" indent="-285750" algn="l">
              <a:buFont typeface="Arial" panose="020B0604020202020204" pitchFamily="34" charset="0"/>
              <a:buChar char="•"/>
            </a:pPr>
            <a:r>
              <a:rPr lang="en-US" b="0" i="0" u="none" strike="noStrike" baseline="0" dirty="0">
                <a:solidFill>
                  <a:srgbClr val="000000"/>
                </a:solidFill>
                <a:latin typeface="Arial" panose="020B0604020202020204" pitchFamily="34" charset="0"/>
              </a:rPr>
              <a:t>Clearly defined X and Y variables</a:t>
            </a:r>
          </a:p>
          <a:p>
            <a:pPr marL="285750" marR="0" indent="-285750" algn="l">
              <a:buFont typeface="Arial" panose="020B0604020202020204" pitchFamily="34" charset="0"/>
              <a:buChar char="•"/>
            </a:pPr>
            <a:r>
              <a:rPr lang="en-US" b="0" i="0" u="none" strike="noStrike" baseline="0" dirty="0">
                <a:solidFill>
                  <a:srgbClr val="000000"/>
                </a:solidFill>
                <a:latin typeface="Arial" panose="020B0604020202020204" pitchFamily="34" charset="0"/>
              </a:rPr>
              <a:t>Predict a continuous response  (Regression)</a:t>
            </a:r>
          </a:p>
          <a:p>
            <a:pPr marL="285750" marR="0" indent="-285750" algn="l">
              <a:buFont typeface="Arial" panose="020B0604020202020204" pitchFamily="34" charset="0"/>
              <a:buChar char="•"/>
            </a:pPr>
            <a:r>
              <a:rPr lang="en-US" b="0" i="0" u="none" strike="noStrike" baseline="0" dirty="0">
                <a:solidFill>
                  <a:srgbClr val="000000"/>
                </a:solidFill>
                <a:latin typeface="Arial" panose="020B0604020202020204" pitchFamily="34" charset="0"/>
              </a:rPr>
              <a:t>Categorical response (classification)</a:t>
            </a:r>
          </a:p>
          <a:p>
            <a:pPr marL="285750" indent="-285750" algn="ctr">
              <a:buFont typeface="Arial" panose="020B0604020202020204" pitchFamily="34" charset="0"/>
              <a:buChar char="•"/>
            </a:pPr>
            <a:endParaRPr lang="en-US" dirty="0"/>
          </a:p>
        </p:txBody>
      </p:sp>
      <p:sp>
        <p:nvSpPr>
          <p:cNvPr id="6" name="Rectangle: Rounded Corners 5">
            <a:extLst>
              <a:ext uri="{FF2B5EF4-FFF2-40B4-BE49-F238E27FC236}">
                <a16:creationId xmlns:a16="http://schemas.microsoft.com/office/drawing/2014/main" id="{0F6E8527-A799-02E5-03CD-4C65B45D0BAA}"/>
              </a:ext>
            </a:extLst>
          </p:cNvPr>
          <p:cNvSpPr/>
          <p:nvPr/>
        </p:nvSpPr>
        <p:spPr>
          <a:xfrm>
            <a:off x="6291943" y="1926771"/>
            <a:ext cx="3505200" cy="306977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285750" indent="-285750" algn="l">
              <a:buFont typeface="Arial" panose="020B0604020202020204" pitchFamily="34" charset="0"/>
              <a:buChar char="•"/>
            </a:pPr>
            <a:r>
              <a:rPr lang="en-US" b="0" i="0" u="none" strike="noStrike" baseline="0" dirty="0">
                <a:solidFill>
                  <a:srgbClr val="000000"/>
                </a:solidFill>
                <a:latin typeface="Arial" panose="020B0604020202020204" pitchFamily="34" charset="0"/>
              </a:rPr>
              <a:t>Unlabeled data</a:t>
            </a:r>
          </a:p>
          <a:p>
            <a:pPr marL="285750" indent="-285750" algn="l">
              <a:buFont typeface="Arial" panose="020B0604020202020204" pitchFamily="34" charset="0"/>
              <a:buChar char="•"/>
            </a:pPr>
            <a:r>
              <a:rPr lang="en-US" b="0" i="0" u="none" strike="noStrike" baseline="0" dirty="0">
                <a:solidFill>
                  <a:srgbClr val="000000"/>
                </a:solidFill>
                <a:latin typeface="Arial" panose="020B0604020202020204" pitchFamily="34" charset="0"/>
              </a:rPr>
              <a:t>Emerging patterns based on similarity identified</a:t>
            </a:r>
          </a:p>
          <a:p>
            <a:pPr marL="285750" indent="-285750" algn="l">
              <a:buFont typeface="Arial" panose="020B0604020202020204" pitchFamily="34" charset="0"/>
              <a:buChar char="•"/>
            </a:pPr>
            <a:r>
              <a:rPr lang="en-US" b="0" i="0" u="none" strike="noStrike" baseline="0" dirty="0">
                <a:solidFill>
                  <a:srgbClr val="000000"/>
                </a:solidFill>
                <a:latin typeface="Arial" panose="020B0604020202020204" pitchFamily="34" charset="0"/>
              </a:rPr>
              <a:t>Clustering</a:t>
            </a:r>
          </a:p>
          <a:p>
            <a:pPr marL="285750" indent="-285750" algn="l">
              <a:buFont typeface="Arial" panose="020B0604020202020204" pitchFamily="34" charset="0"/>
              <a:buChar char="•"/>
            </a:pPr>
            <a:r>
              <a:rPr lang="en-US" b="0" i="0" u="none" strike="noStrike" baseline="0" dirty="0">
                <a:solidFill>
                  <a:srgbClr val="000000"/>
                </a:solidFill>
                <a:latin typeface="Arial" panose="020B0604020202020204" pitchFamily="34" charset="0"/>
              </a:rPr>
              <a:t>Association rules (market basket analysis)</a:t>
            </a:r>
            <a:endParaRPr lang="en-US" dirty="0"/>
          </a:p>
        </p:txBody>
      </p:sp>
    </p:spTree>
    <p:extLst>
      <p:ext uri="{BB962C8B-B14F-4D97-AF65-F5344CB8AC3E}">
        <p14:creationId xmlns:p14="http://schemas.microsoft.com/office/powerpoint/2010/main" val="865149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687286" y="343765"/>
            <a:ext cx="71301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Clustering</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Rectangle: Rounded Corners 4">
            <a:extLst>
              <a:ext uri="{FF2B5EF4-FFF2-40B4-BE49-F238E27FC236}">
                <a16:creationId xmlns:a16="http://schemas.microsoft.com/office/drawing/2014/main" id="{15F922ED-2406-AD87-F2B9-50AF23F20ADA}"/>
              </a:ext>
            </a:extLst>
          </p:cNvPr>
          <p:cNvSpPr/>
          <p:nvPr/>
        </p:nvSpPr>
        <p:spPr>
          <a:xfrm>
            <a:off x="1382486" y="1317171"/>
            <a:ext cx="2438400" cy="78377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285750" indent="-285750" algn="l">
              <a:buFont typeface="Arial" panose="020B0604020202020204" pitchFamily="34" charset="0"/>
              <a:buChar char="•"/>
            </a:pPr>
            <a:r>
              <a:rPr lang="en-US" b="0" i="0" u="none" strike="noStrike" baseline="0" dirty="0">
                <a:solidFill>
                  <a:srgbClr val="000000"/>
                </a:solidFill>
                <a:latin typeface="Arial" panose="020B0604020202020204" pitchFamily="34" charset="0"/>
              </a:rPr>
              <a:t>Grouping objects</a:t>
            </a:r>
          </a:p>
        </p:txBody>
      </p:sp>
      <p:sp>
        <p:nvSpPr>
          <p:cNvPr id="10" name="Rectangle: Rounded Corners 9">
            <a:extLst>
              <a:ext uri="{FF2B5EF4-FFF2-40B4-BE49-F238E27FC236}">
                <a16:creationId xmlns:a16="http://schemas.microsoft.com/office/drawing/2014/main" id="{07F3440E-7D0B-DBC7-A943-717161441D6A}"/>
              </a:ext>
            </a:extLst>
          </p:cNvPr>
          <p:cNvSpPr/>
          <p:nvPr/>
        </p:nvSpPr>
        <p:spPr>
          <a:xfrm>
            <a:off x="4125686" y="2381673"/>
            <a:ext cx="2438400" cy="78377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285750" indent="-285750" algn="l">
              <a:buFont typeface="Arial" panose="020B0604020202020204" pitchFamily="34" charset="0"/>
              <a:buChar char="•"/>
            </a:pPr>
            <a:r>
              <a:rPr lang="en-US" b="0" i="0" u="none" strike="noStrike" baseline="0" dirty="0">
                <a:solidFill>
                  <a:srgbClr val="000000"/>
                </a:solidFill>
                <a:latin typeface="Arial" panose="020B0604020202020204" pitchFamily="34" charset="0"/>
              </a:rPr>
              <a:t>SSB &gt; SSW</a:t>
            </a:r>
          </a:p>
        </p:txBody>
      </p:sp>
      <p:sp>
        <p:nvSpPr>
          <p:cNvPr id="11" name="Rectangle: Rounded Corners 10">
            <a:extLst>
              <a:ext uri="{FF2B5EF4-FFF2-40B4-BE49-F238E27FC236}">
                <a16:creationId xmlns:a16="http://schemas.microsoft.com/office/drawing/2014/main" id="{D7AEE9D3-775F-D908-0463-CCD2B06FD593}"/>
              </a:ext>
            </a:extLst>
          </p:cNvPr>
          <p:cNvSpPr/>
          <p:nvPr/>
        </p:nvSpPr>
        <p:spPr>
          <a:xfrm>
            <a:off x="1382486" y="2435200"/>
            <a:ext cx="2438400" cy="78377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285750" indent="-285750" algn="l">
              <a:buFont typeface="Arial" panose="020B0604020202020204" pitchFamily="34" charset="0"/>
              <a:buChar char="•"/>
            </a:pPr>
            <a:r>
              <a:rPr lang="en-US" b="0" i="0" u="none" strike="noStrike" baseline="0" dirty="0">
                <a:solidFill>
                  <a:srgbClr val="000000"/>
                </a:solidFill>
                <a:latin typeface="Arial" panose="020B0604020202020204" pitchFamily="34" charset="0"/>
              </a:rPr>
              <a:t>Heterogeneity between groups</a:t>
            </a:r>
          </a:p>
        </p:txBody>
      </p:sp>
      <p:sp>
        <p:nvSpPr>
          <p:cNvPr id="12" name="Rectangle: Rounded Corners 11">
            <a:extLst>
              <a:ext uri="{FF2B5EF4-FFF2-40B4-BE49-F238E27FC236}">
                <a16:creationId xmlns:a16="http://schemas.microsoft.com/office/drawing/2014/main" id="{6A1E657F-D6D9-F33A-028D-DBD864D0BDD0}"/>
              </a:ext>
            </a:extLst>
          </p:cNvPr>
          <p:cNvSpPr/>
          <p:nvPr/>
        </p:nvSpPr>
        <p:spPr>
          <a:xfrm>
            <a:off x="4125686" y="1258146"/>
            <a:ext cx="2438400" cy="78377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285750" indent="-285750" algn="l">
              <a:buFont typeface="Arial" panose="020B0604020202020204" pitchFamily="34" charset="0"/>
              <a:buChar char="•"/>
            </a:pPr>
            <a:r>
              <a:rPr lang="en-US" b="0" i="0" u="none" strike="noStrike" baseline="0" dirty="0">
                <a:solidFill>
                  <a:srgbClr val="000000"/>
                </a:solidFill>
                <a:latin typeface="Arial" panose="020B0604020202020204" pitchFamily="34" charset="0"/>
              </a:rPr>
              <a:t>Homogeneity within groups</a:t>
            </a:r>
          </a:p>
        </p:txBody>
      </p:sp>
      <p:pic>
        <p:nvPicPr>
          <p:cNvPr id="14" name="Picture 13">
            <a:extLst>
              <a:ext uri="{FF2B5EF4-FFF2-40B4-BE49-F238E27FC236}">
                <a16:creationId xmlns:a16="http://schemas.microsoft.com/office/drawing/2014/main" id="{3DDAFC51-2400-68FB-E44A-E6927EC6AFA7}"/>
              </a:ext>
            </a:extLst>
          </p:cNvPr>
          <p:cNvPicPr>
            <a:picLocks noChangeAspect="1"/>
          </p:cNvPicPr>
          <p:nvPr/>
        </p:nvPicPr>
        <p:blipFill>
          <a:blip r:embed="rId3"/>
          <a:stretch>
            <a:fillRect/>
          </a:stretch>
        </p:blipFill>
        <p:spPr>
          <a:xfrm>
            <a:off x="6867817" y="982914"/>
            <a:ext cx="5324184" cy="2718229"/>
          </a:xfrm>
          <a:prstGeom prst="rect">
            <a:avLst/>
          </a:prstGeom>
        </p:spPr>
      </p:pic>
      <p:sp>
        <p:nvSpPr>
          <p:cNvPr id="16" name="TextBox 15">
            <a:extLst>
              <a:ext uri="{FF2B5EF4-FFF2-40B4-BE49-F238E27FC236}">
                <a16:creationId xmlns:a16="http://schemas.microsoft.com/office/drawing/2014/main" id="{93B75AF8-28EA-A2CF-B3BE-E32D2C13E1BD}"/>
              </a:ext>
            </a:extLst>
          </p:cNvPr>
          <p:cNvSpPr txBox="1"/>
          <p:nvPr/>
        </p:nvSpPr>
        <p:spPr>
          <a:xfrm>
            <a:off x="1534886" y="4018394"/>
            <a:ext cx="6096000" cy="923330"/>
          </a:xfrm>
          <a:prstGeom prst="rect">
            <a:avLst/>
          </a:prstGeom>
          <a:noFill/>
        </p:spPr>
        <p:txBody>
          <a:bodyPr wrap="square">
            <a:spAutoFit/>
          </a:bodyPr>
          <a:lstStyle/>
          <a:p>
            <a:r>
              <a:rPr lang="en-US" b="1" dirty="0"/>
              <a:t>Group records such that</a:t>
            </a:r>
          </a:p>
          <a:p>
            <a:pPr marL="285750" indent="-285750">
              <a:buFont typeface="Arial" panose="020B0604020202020204" pitchFamily="34" charset="0"/>
              <a:buChar char="•"/>
            </a:pPr>
            <a:r>
              <a:rPr lang="en-US" dirty="0"/>
              <a:t>Similar to one another within the same cluster</a:t>
            </a:r>
          </a:p>
          <a:p>
            <a:pPr marL="285750" indent="-285750">
              <a:buFont typeface="Arial" panose="020B0604020202020204" pitchFamily="34" charset="0"/>
              <a:buChar char="•"/>
            </a:pPr>
            <a:r>
              <a:rPr lang="en-US" dirty="0"/>
              <a:t>Dissimilar to the objects in other clusters</a:t>
            </a:r>
          </a:p>
        </p:txBody>
      </p:sp>
      <p:sp>
        <p:nvSpPr>
          <p:cNvPr id="18" name="TextBox 17">
            <a:extLst>
              <a:ext uri="{FF2B5EF4-FFF2-40B4-BE49-F238E27FC236}">
                <a16:creationId xmlns:a16="http://schemas.microsoft.com/office/drawing/2014/main" id="{FDF16626-9210-2881-6FFE-874B98832C5C}"/>
              </a:ext>
            </a:extLst>
          </p:cNvPr>
          <p:cNvSpPr txBox="1"/>
          <p:nvPr/>
        </p:nvSpPr>
        <p:spPr>
          <a:xfrm>
            <a:off x="6481909" y="3703231"/>
            <a:ext cx="5447703" cy="1754326"/>
          </a:xfrm>
          <a:prstGeom prst="rect">
            <a:avLst/>
          </a:prstGeom>
          <a:noFill/>
        </p:spPr>
        <p:txBody>
          <a:bodyPr wrap="square">
            <a:spAutoFit/>
          </a:bodyPr>
          <a:lstStyle/>
          <a:p>
            <a:r>
              <a:rPr lang="en-US" b="1" dirty="0"/>
              <a:t>Clustering results are used:</a:t>
            </a:r>
            <a:endParaRPr lang="en-US" dirty="0"/>
          </a:p>
          <a:p>
            <a:pPr marL="285750" indent="-285750">
              <a:buFont typeface="Arial" panose="020B0604020202020204" pitchFamily="34" charset="0"/>
              <a:buChar char="•"/>
            </a:pPr>
            <a:r>
              <a:rPr lang="en-US" dirty="0"/>
              <a:t>As a stand-alone tool to get insight into data distribution</a:t>
            </a:r>
          </a:p>
          <a:p>
            <a:pPr marL="285750" indent="-285750">
              <a:buFont typeface="Arial" panose="020B0604020202020204" pitchFamily="34" charset="0"/>
              <a:buChar char="•"/>
            </a:pPr>
            <a:r>
              <a:rPr lang="en-US" dirty="0"/>
              <a:t>Visualization of clusters may unveil important information</a:t>
            </a:r>
          </a:p>
          <a:p>
            <a:pPr marL="285750" indent="-285750">
              <a:buFont typeface="Arial" panose="020B0604020202020204" pitchFamily="34" charset="0"/>
              <a:buChar char="•"/>
            </a:pPr>
            <a:r>
              <a:rPr lang="en-US" dirty="0"/>
              <a:t>As a preprocessing step for other algorithms</a:t>
            </a:r>
          </a:p>
        </p:txBody>
      </p:sp>
    </p:spTree>
    <p:extLst>
      <p:ext uri="{BB962C8B-B14F-4D97-AF65-F5344CB8AC3E}">
        <p14:creationId xmlns:p14="http://schemas.microsoft.com/office/powerpoint/2010/main" val="770292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699714" y="5490971"/>
            <a:ext cx="6962072" cy="1159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Aft>
                <a:spcPts val="600"/>
              </a:spcAft>
            </a:pPr>
            <a:r>
              <a:rPr lang="en-US" sz="4000" b="1" kern="1200" spc="-30">
                <a:solidFill>
                  <a:srgbClr val="FFFFFF"/>
                </a:solidFill>
                <a:latin typeface="+mj-lt"/>
                <a:ea typeface="+mj-ea"/>
                <a:cs typeface="+mj-cs"/>
              </a:rPr>
              <a:t>Clustering</a:t>
            </a:r>
          </a:p>
        </p:txBody>
      </p:sp>
      <p:pic>
        <p:nvPicPr>
          <p:cNvPr id="22" name="Picture 21" descr="A screenshot of a computer&#10;&#10;Description automatically generated">
            <a:extLst>
              <a:ext uri="{FF2B5EF4-FFF2-40B4-BE49-F238E27FC236}">
                <a16:creationId xmlns:a16="http://schemas.microsoft.com/office/drawing/2014/main" id="{8694BC32-EA7D-574D-DD06-AD58262349A7}"/>
              </a:ext>
            </a:extLst>
          </p:cNvPr>
          <p:cNvPicPr>
            <a:picLocks noChangeAspect="1"/>
          </p:cNvPicPr>
          <p:nvPr/>
        </p:nvPicPr>
        <p:blipFill>
          <a:blip r:embed="rId2"/>
          <a:srcRect t="4123"/>
          <a:stretch/>
        </p:blipFill>
        <p:spPr>
          <a:xfrm>
            <a:off x="2692605" y="577160"/>
            <a:ext cx="6899409" cy="4332785"/>
          </a:xfrm>
          <a:prstGeom prst="rect">
            <a:avLst/>
          </a:prstGeom>
        </p:spPr>
      </p:pic>
      <p:pic>
        <p:nvPicPr>
          <p:cNvPr id="8" name="Picture 7" descr="A blue letter on a black background&#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24" name="TextBox 23">
            <a:extLst>
              <a:ext uri="{FF2B5EF4-FFF2-40B4-BE49-F238E27FC236}">
                <a16:creationId xmlns:a16="http://schemas.microsoft.com/office/drawing/2014/main" id="{12E31E64-2147-04DC-E5DE-8CCF18C57937}"/>
              </a:ext>
            </a:extLst>
          </p:cNvPr>
          <p:cNvSpPr txBox="1"/>
          <p:nvPr/>
        </p:nvSpPr>
        <p:spPr>
          <a:xfrm>
            <a:off x="3496015" y="207829"/>
            <a:ext cx="6096000" cy="369332"/>
          </a:xfrm>
          <a:prstGeom prst="rect">
            <a:avLst/>
          </a:prstGeom>
          <a:noFill/>
        </p:spPr>
        <p:txBody>
          <a:bodyPr wrap="square">
            <a:spAutoFit/>
          </a:bodyPr>
          <a:lstStyle/>
          <a:p>
            <a:r>
              <a:rPr lang="en-US" dirty="0"/>
              <a:t>PCA –grouping variables that relate to each other</a:t>
            </a:r>
          </a:p>
        </p:txBody>
      </p:sp>
      <p:sp>
        <p:nvSpPr>
          <p:cNvPr id="26" name="TextBox 25">
            <a:extLst>
              <a:ext uri="{FF2B5EF4-FFF2-40B4-BE49-F238E27FC236}">
                <a16:creationId xmlns:a16="http://schemas.microsoft.com/office/drawing/2014/main" id="{F573E166-64D3-74FD-BA08-41574F63419D}"/>
              </a:ext>
            </a:extLst>
          </p:cNvPr>
          <p:cNvSpPr txBox="1"/>
          <p:nvPr/>
        </p:nvSpPr>
        <p:spPr>
          <a:xfrm>
            <a:off x="92617" y="1423992"/>
            <a:ext cx="2507369" cy="1200329"/>
          </a:xfrm>
          <a:prstGeom prst="rect">
            <a:avLst/>
          </a:prstGeom>
          <a:noFill/>
        </p:spPr>
        <p:txBody>
          <a:bodyPr wrap="square">
            <a:spAutoFit/>
          </a:bodyPr>
          <a:lstStyle/>
          <a:p>
            <a:r>
              <a:rPr lang="en-US" dirty="0"/>
              <a:t>Clustering –Segment variables according to the distance between them.</a:t>
            </a:r>
          </a:p>
        </p:txBody>
      </p:sp>
    </p:spTree>
    <p:extLst>
      <p:ext uri="{BB962C8B-B14F-4D97-AF65-F5344CB8AC3E}">
        <p14:creationId xmlns:p14="http://schemas.microsoft.com/office/powerpoint/2010/main" val="1441400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699714" y="5490971"/>
            <a:ext cx="6962072" cy="1159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Aft>
                <a:spcPts val="600"/>
              </a:spcAft>
            </a:pPr>
            <a:r>
              <a:rPr lang="en-US" sz="4000" b="1" kern="1200" spc="-30" dirty="0">
                <a:solidFill>
                  <a:srgbClr val="FFFFFF"/>
                </a:solidFill>
                <a:latin typeface="+mj-lt"/>
                <a:ea typeface="+mj-ea"/>
                <a:cs typeface="+mj-cs"/>
              </a:rPr>
              <a:t>Role of cluster analysis</a:t>
            </a:r>
          </a:p>
        </p:txBody>
      </p:sp>
      <p:pic>
        <p:nvPicPr>
          <p:cNvPr id="8" name="Picture 7" descr="A blue letter on a black background&#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3" name="Picture 2">
            <a:extLst>
              <a:ext uri="{FF2B5EF4-FFF2-40B4-BE49-F238E27FC236}">
                <a16:creationId xmlns:a16="http://schemas.microsoft.com/office/drawing/2014/main" id="{8E1F8D06-0C02-D8BE-6148-5BE83EEE9B02}"/>
              </a:ext>
            </a:extLst>
          </p:cNvPr>
          <p:cNvPicPr>
            <a:picLocks noChangeAspect="1"/>
          </p:cNvPicPr>
          <p:nvPr/>
        </p:nvPicPr>
        <p:blipFill>
          <a:blip r:embed="rId3"/>
          <a:stretch>
            <a:fillRect/>
          </a:stretch>
        </p:blipFill>
        <p:spPr>
          <a:xfrm>
            <a:off x="2082601" y="826777"/>
            <a:ext cx="7721997" cy="3245017"/>
          </a:xfrm>
          <a:prstGeom prst="rect">
            <a:avLst/>
          </a:prstGeom>
        </p:spPr>
      </p:pic>
    </p:spTree>
    <p:extLst>
      <p:ext uri="{BB962C8B-B14F-4D97-AF65-F5344CB8AC3E}">
        <p14:creationId xmlns:p14="http://schemas.microsoft.com/office/powerpoint/2010/main" val="3020161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699714" y="5490971"/>
            <a:ext cx="6962072" cy="1159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Aft>
                <a:spcPts val="600"/>
              </a:spcAft>
            </a:pPr>
            <a:r>
              <a:rPr lang="en-US" sz="4000" b="1" kern="1200" spc="-30">
                <a:solidFill>
                  <a:srgbClr val="FFFFFF"/>
                </a:solidFill>
                <a:latin typeface="+mj-lt"/>
                <a:ea typeface="+mj-ea"/>
                <a:cs typeface="+mj-cs"/>
              </a:rPr>
              <a:t>Use cases</a:t>
            </a:r>
          </a:p>
        </p:txBody>
      </p:sp>
      <p:pic>
        <p:nvPicPr>
          <p:cNvPr id="3" name="Picture 2" descr="A close-up of several words&#10;&#10;Description automatically generated">
            <a:extLst>
              <a:ext uri="{FF2B5EF4-FFF2-40B4-BE49-F238E27FC236}">
                <a16:creationId xmlns:a16="http://schemas.microsoft.com/office/drawing/2014/main" id="{A85B1035-7498-A5F6-AC37-BB3CFA3DE7B1}"/>
              </a:ext>
            </a:extLst>
          </p:cNvPr>
          <p:cNvPicPr>
            <a:picLocks noChangeAspect="1"/>
          </p:cNvPicPr>
          <p:nvPr/>
        </p:nvPicPr>
        <p:blipFill>
          <a:blip r:embed="rId2"/>
          <a:stretch>
            <a:fillRect/>
          </a:stretch>
        </p:blipFill>
        <p:spPr>
          <a:xfrm>
            <a:off x="478535" y="554793"/>
            <a:ext cx="11327549" cy="4191191"/>
          </a:xfrm>
          <a:prstGeom prst="rect">
            <a:avLst/>
          </a:prstGeom>
        </p:spPr>
      </p:pic>
      <p:pic>
        <p:nvPicPr>
          <p:cNvPr id="8" name="Picture 7" descr="A blue letter on a black background&#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4127328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AF0B8B-2FA0-7D88-B529-85CF2FDB866C}"/>
              </a:ext>
            </a:extLst>
          </p:cNvPr>
          <p:cNvSpPr txBox="1"/>
          <p:nvPr/>
        </p:nvSpPr>
        <p:spPr>
          <a:xfrm>
            <a:off x="759586" y="1129843"/>
            <a:ext cx="11345328" cy="1631216"/>
          </a:xfrm>
          <a:prstGeom prst="rect">
            <a:avLst/>
          </a:prstGeom>
          <a:noFill/>
        </p:spPr>
        <p:txBody>
          <a:bodyPr wrap="square" lIns="91440" tIns="45720" rIns="91440" bIns="45720" anchor="t">
            <a:spAutoFit/>
          </a:bodyPr>
          <a:lstStyle/>
          <a:p>
            <a:pPr marL="342900" indent="-342900">
              <a:buFont typeface="Arial" panose="020B0604020202020204" pitchFamily="34" charset="0"/>
              <a:buChar char="•"/>
            </a:pPr>
            <a:r>
              <a:rPr lang="en-US" sz="2000" dirty="0">
                <a:solidFill>
                  <a:srgbClr val="374151"/>
                </a:solidFill>
                <a:latin typeface="Nunito"/>
                <a:ea typeface="+mn-lt"/>
                <a:cs typeface="+mn-lt"/>
              </a:rPr>
              <a:t>Clustering is one of fundamental problem of unsupervised learning algorithm defined as the process of dividing the simple data points into homogeneous groups of similar data points. Grouping of data points is based on the similarities and dissimilarities between them, the points within same group are similar and among different groups they are dissimilar. This could be understood by following figure where similar data points are clustered based on color.</a:t>
            </a:r>
            <a:endParaRPr lang="en-US" sz="2000" dirty="0">
              <a:latin typeface="Nunito"/>
            </a:endParaRP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1687286" y="343765"/>
            <a:ext cx="71301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4" name="Picture 3">
            <a:extLst>
              <a:ext uri="{FF2B5EF4-FFF2-40B4-BE49-F238E27FC236}">
                <a16:creationId xmlns:a16="http://schemas.microsoft.com/office/drawing/2014/main" id="{076543A2-9FAA-180E-6855-FF764DA7B485}"/>
              </a:ext>
            </a:extLst>
          </p:cNvPr>
          <p:cNvPicPr>
            <a:picLocks noChangeAspect="1"/>
          </p:cNvPicPr>
          <p:nvPr/>
        </p:nvPicPr>
        <p:blipFill>
          <a:blip r:embed="rId3"/>
          <a:stretch>
            <a:fillRect/>
          </a:stretch>
        </p:blipFill>
        <p:spPr>
          <a:xfrm>
            <a:off x="1010507" y="2907988"/>
            <a:ext cx="6957836" cy="3025604"/>
          </a:xfrm>
          <a:prstGeom prst="rect">
            <a:avLst/>
          </a:prstGeom>
        </p:spPr>
      </p:pic>
    </p:spTree>
    <p:extLst>
      <p:ext uri="{BB962C8B-B14F-4D97-AF65-F5344CB8AC3E}">
        <p14:creationId xmlns:p14="http://schemas.microsoft.com/office/powerpoint/2010/main" val="1041911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AF0B8B-2FA0-7D88-B529-85CF2FDB866C}"/>
              </a:ext>
            </a:extLst>
          </p:cNvPr>
          <p:cNvSpPr txBox="1"/>
          <p:nvPr/>
        </p:nvSpPr>
        <p:spPr>
          <a:xfrm>
            <a:off x="748700" y="1434643"/>
            <a:ext cx="5242512" cy="4493538"/>
          </a:xfrm>
          <a:prstGeom prst="rect">
            <a:avLst/>
          </a:prstGeom>
          <a:noFill/>
        </p:spPr>
        <p:txBody>
          <a:bodyPr wrap="square" lIns="91440" tIns="45720" rIns="91440" bIns="45720" anchor="t">
            <a:spAutoFit/>
          </a:bodyPr>
          <a:lstStyle/>
          <a:p>
            <a:pPr marL="342900" indent="-342900">
              <a:buFont typeface="Arial" panose="020B0604020202020204" pitchFamily="34" charset="0"/>
              <a:buChar char="•"/>
            </a:pPr>
            <a:r>
              <a:rPr lang="en-US" sz="2200" b="1" dirty="0">
                <a:solidFill>
                  <a:srgbClr val="374151"/>
                </a:solidFill>
                <a:latin typeface="Nunito"/>
                <a:ea typeface="+mn-lt"/>
                <a:cs typeface="+mn-lt"/>
              </a:rPr>
              <a:t>Definition:</a:t>
            </a:r>
            <a:r>
              <a:rPr lang="en-US" sz="2200" dirty="0">
                <a:solidFill>
                  <a:srgbClr val="374151"/>
                </a:solidFill>
                <a:latin typeface="Nunito"/>
                <a:ea typeface="+mn-lt"/>
                <a:cs typeface="+mn-lt"/>
              </a:rPr>
              <a:t> Clustering is the process of grouping similar data points together based on their features.</a:t>
            </a:r>
            <a:endParaRPr lang="en-US">
              <a:ea typeface="Calibri"/>
              <a:cs typeface="Calibri"/>
            </a:endParaRPr>
          </a:p>
          <a:p>
            <a:pPr marL="342900" indent="-342900">
              <a:buFont typeface="Arial" panose="020B0604020202020204" pitchFamily="34" charset="0"/>
              <a:buChar char="•"/>
            </a:pPr>
            <a:endParaRPr lang="en-US" sz="2200" dirty="0">
              <a:solidFill>
                <a:srgbClr val="374151"/>
              </a:solidFill>
              <a:latin typeface="Nunito"/>
              <a:ea typeface="+mn-lt"/>
              <a:cs typeface="+mn-lt"/>
            </a:endParaRPr>
          </a:p>
          <a:p>
            <a:pPr marL="342900" indent="-342900">
              <a:buFont typeface="Arial" panose="020B0604020202020204" pitchFamily="34" charset="0"/>
              <a:buChar char="•"/>
            </a:pPr>
            <a:r>
              <a:rPr lang="en-US" sz="2200" b="1" dirty="0">
                <a:solidFill>
                  <a:srgbClr val="374151"/>
                </a:solidFill>
                <a:latin typeface="Nunito"/>
                <a:ea typeface="+mn-lt"/>
                <a:cs typeface="+mn-lt"/>
              </a:rPr>
              <a:t>Applications:</a:t>
            </a:r>
            <a:r>
              <a:rPr lang="en-US" sz="2200" dirty="0">
                <a:solidFill>
                  <a:srgbClr val="374151"/>
                </a:solidFill>
                <a:latin typeface="Nunito"/>
                <a:ea typeface="+mn-lt"/>
                <a:cs typeface="+mn-lt"/>
              </a:rPr>
              <a:t> Clustering is used for customer segmentation, image analysis, anomaly detection, and more.</a:t>
            </a:r>
            <a:endParaRPr lang="en-US" sz="2200" dirty="0">
              <a:latin typeface="Nunito"/>
            </a:endParaRPr>
          </a:p>
          <a:p>
            <a:pPr marL="342900" indent="-342900">
              <a:buFont typeface="Arial" panose="020B0604020202020204" pitchFamily="34" charset="0"/>
              <a:buChar char="•"/>
            </a:pPr>
            <a:endParaRPr lang="en-US" sz="2200" dirty="0">
              <a:solidFill>
                <a:srgbClr val="374151"/>
              </a:solidFill>
              <a:latin typeface="Nunito"/>
              <a:ea typeface="+mn-lt"/>
              <a:cs typeface="+mn-lt"/>
            </a:endParaRPr>
          </a:p>
          <a:p>
            <a:pPr marL="342900" indent="-342900">
              <a:buFont typeface="Arial" panose="020B0604020202020204" pitchFamily="34" charset="0"/>
              <a:buChar char="•"/>
            </a:pPr>
            <a:r>
              <a:rPr lang="en-US" sz="2200" b="1" dirty="0">
                <a:solidFill>
                  <a:srgbClr val="374151"/>
                </a:solidFill>
                <a:latin typeface="Nunito"/>
                <a:ea typeface="+mn-lt"/>
                <a:cs typeface="+mn-lt"/>
              </a:rPr>
              <a:t>Importance:</a:t>
            </a:r>
            <a:r>
              <a:rPr lang="en-US" sz="2200" dirty="0">
                <a:solidFill>
                  <a:srgbClr val="374151"/>
                </a:solidFill>
                <a:latin typeface="Nunito"/>
                <a:ea typeface="+mn-lt"/>
                <a:cs typeface="+mn-lt"/>
              </a:rPr>
              <a:t> It reveals hidden patterns, simplifies complex data, aids decision-making, and enhances data visualization.</a:t>
            </a:r>
            <a:endParaRPr lang="en-US" sz="2200" dirty="0">
              <a:latin typeface="Nunito"/>
            </a:endParaRP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3371610" y="343765"/>
            <a:ext cx="5445787"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What is Clustering?</a:t>
            </a:r>
            <a:endParaRPr lang="en-US" b="1" spc="-30" dirty="0">
              <a:solidFill>
                <a:schemeClr val="accent1">
                  <a:lumMod val="50000"/>
                </a:schemeClr>
              </a:solidFill>
              <a:latin typeface="Nunito"/>
              <a:cs typeface="Times New Roman"/>
            </a:endParaRPr>
          </a:p>
        </p:txBody>
      </p:sp>
      <p:pic>
        <p:nvPicPr>
          <p:cNvPr id="2" name="Picture 1" descr="Understanding Classification, Regression, and Clustering in Machine Learning:  Machine Learning Concept 83. | by Chandra Prakash Bathula | Medium">
            <a:extLst>
              <a:ext uri="{FF2B5EF4-FFF2-40B4-BE49-F238E27FC236}">
                <a16:creationId xmlns:a16="http://schemas.microsoft.com/office/drawing/2014/main" id="{7067247F-B941-AC42-6EDA-96906FDBCCFA}"/>
              </a:ext>
            </a:extLst>
          </p:cNvPr>
          <p:cNvPicPr>
            <a:picLocks noChangeAspect="1"/>
          </p:cNvPicPr>
          <p:nvPr/>
        </p:nvPicPr>
        <p:blipFill rotWithShape="1">
          <a:blip r:embed="rId2"/>
          <a:srcRect l="3974" t="4265" r="3569" b="4147"/>
          <a:stretch/>
        </p:blipFill>
        <p:spPr>
          <a:xfrm>
            <a:off x="5885794" y="1382238"/>
            <a:ext cx="5432095" cy="5002248"/>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1659723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AF0B8B-2FA0-7D88-B529-85CF2FDB866C}"/>
              </a:ext>
            </a:extLst>
          </p:cNvPr>
          <p:cNvSpPr txBox="1"/>
          <p:nvPr/>
        </p:nvSpPr>
        <p:spPr>
          <a:xfrm>
            <a:off x="759586" y="1129843"/>
            <a:ext cx="11345328" cy="1323439"/>
          </a:xfrm>
          <a:prstGeom prst="rect">
            <a:avLst/>
          </a:prstGeom>
          <a:noFill/>
        </p:spPr>
        <p:txBody>
          <a:bodyPr wrap="square" lIns="91440" tIns="45720" rIns="91440" bIns="45720" anchor="t">
            <a:spAutoFit/>
          </a:bodyPr>
          <a:lstStyle/>
          <a:p>
            <a:pPr marL="342900" indent="-342900">
              <a:buFont typeface="Arial" panose="020B0604020202020204" pitchFamily="34" charset="0"/>
              <a:buChar char="•"/>
            </a:pPr>
            <a:r>
              <a:rPr lang="en-US" sz="2000" dirty="0">
                <a:solidFill>
                  <a:srgbClr val="374151"/>
                </a:solidFill>
                <a:latin typeface="Nunito"/>
                <a:ea typeface="+mn-lt"/>
                <a:cs typeface="+mn-lt"/>
              </a:rPr>
              <a:t>Primarily clustering is classified as Partitional clustering and Hierarchical clustering. </a:t>
            </a:r>
          </a:p>
          <a:p>
            <a:pPr marL="342900" indent="-342900">
              <a:buFont typeface="Arial" panose="020B0604020202020204" pitchFamily="34" charset="0"/>
              <a:buChar char="•"/>
            </a:pPr>
            <a:r>
              <a:rPr lang="en-US" sz="2000" dirty="0">
                <a:solidFill>
                  <a:srgbClr val="374151"/>
                </a:solidFill>
                <a:latin typeface="Nunito"/>
                <a:ea typeface="+mn-lt"/>
                <a:cs typeface="+mn-lt"/>
              </a:rPr>
              <a:t>In this note we will describe partitional clustering. Partitional clustering is the type of clustering in which the data points within the dataset are classified into different groups based on their similarities. Ex: K-means Clustering, CLARA etc.</a:t>
            </a:r>
            <a:endParaRPr lang="en-US" sz="2000" dirty="0">
              <a:latin typeface="Nunito"/>
            </a:endParaRPr>
          </a:p>
        </p:txBody>
      </p:sp>
      <p:sp>
        <p:nvSpPr>
          <p:cNvPr id="9" name="object 2">
            <a:extLst>
              <a:ext uri="{FF2B5EF4-FFF2-40B4-BE49-F238E27FC236}">
                <a16:creationId xmlns:a16="http://schemas.microsoft.com/office/drawing/2014/main" id="{2FDADD92-4E39-7713-520E-D88B1D53A255}"/>
              </a:ext>
            </a:extLst>
          </p:cNvPr>
          <p:cNvSpPr txBox="1">
            <a:spLocks/>
          </p:cNvSpPr>
          <p:nvPr/>
        </p:nvSpPr>
        <p:spPr>
          <a:xfrm>
            <a:off x="1687286" y="343765"/>
            <a:ext cx="71301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Types of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5" name="Picture 4">
            <a:extLst>
              <a:ext uri="{FF2B5EF4-FFF2-40B4-BE49-F238E27FC236}">
                <a16:creationId xmlns:a16="http://schemas.microsoft.com/office/drawing/2014/main" id="{4567958A-E046-21A1-2B70-56FB8794351D}"/>
              </a:ext>
            </a:extLst>
          </p:cNvPr>
          <p:cNvPicPr>
            <a:picLocks noChangeAspect="1"/>
          </p:cNvPicPr>
          <p:nvPr/>
        </p:nvPicPr>
        <p:blipFill>
          <a:blip r:embed="rId3"/>
          <a:stretch>
            <a:fillRect/>
          </a:stretch>
        </p:blipFill>
        <p:spPr>
          <a:xfrm>
            <a:off x="1018159" y="2778062"/>
            <a:ext cx="8418673" cy="2871624"/>
          </a:xfrm>
          <a:prstGeom prst="rect">
            <a:avLst/>
          </a:prstGeom>
        </p:spPr>
      </p:pic>
    </p:spTree>
    <p:extLst>
      <p:ext uri="{BB962C8B-B14F-4D97-AF65-F5344CB8AC3E}">
        <p14:creationId xmlns:p14="http://schemas.microsoft.com/office/powerpoint/2010/main" val="2581771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Types of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 name="TextBox 3">
            <a:extLst>
              <a:ext uri="{FF2B5EF4-FFF2-40B4-BE49-F238E27FC236}">
                <a16:creationId xmlns:a16="http://schemas.microsoft.com/office/drawing/2014/main" id="{31B1A91B-FC85-1ABF-D739-299A9ED2EC4D}"/>
              </a:ext>
            </a:extLst>
          </p:cNvPr>
          <p:cNvSpPr txBox="1"/>
          <p:nvPr/>
        </p:nvSpPr>
        <p:spPr>
          <a:xfrm>
            <a:off x="814552" y="1166648"/>
            <a:ext cx="10736316" cy="51283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b="1" dirty="0">
                <a:solidFill>
                  <a:srgbClr val="374151"/>
                </a:solidFill>
                <a:latin typeface="Nunito"/>
              </a:rPr>
              <a:t>Partitioning Clustering:</a:t>
            </a:r>
            <a:endParaRPr lang="en-US" sz="2200" dirty="0">
              <a:latin typeface="Nunito"/>
              <a:ea typeface="Calibri"/>
              <a:cs typeface="Calibri"/>
            </a:endParaRPr>
          </a:p>
          <a:p>
            <a:pPr marL="285750" lvl="1" indent="-285750">
              <a:lnSpc>
                <a:spcPct val="150000"/>
              </a:lnSpc>
              <a:buFont typeface="Arial"/>
              <a:buChar char="•"/>
            </a:pPr>
            <a:r>
              <a:rPr lang="en-US" sz="2200" dirty="0">
                <a:solidFill>
                  <a:srgbClr val="374151"/>
                </a:solidFill>
                <a:latin typeface="Nunito"/>
              </a:rPr>
              <a:t>In partitioning clustering, data points are divided into non-overlapping clusters.</a:t>
            </a:r>
          </a:p>
          <a:p>
            <a:pPr marL="285750" lvl="1" indent="-285750">
              <a:lnSpc>
                <a:spcPct val="150000"/>
              </a:lnSpc>
              <a:buFont typeface="Arial"/>
              <a:buChar char="•"/>
            </a:pPr>
            <a:r>
              <a:rPr lang="en-US" sz="2200" dirty="0">
                <a:solidFill>
                  <a:srgbClr val="374151"/>
                </a:solidFill>
                <a:latin typeface="Nunito"/>
              </a:rPr>
              <a:t>Common algorithms include </a:t>
            </a:r>
            <a:r>
              <a:rPr lang="en-US" sz="2200" b="1" dirty="0">
                <a:solidFill>
                  <a:srgbClr val="374151"/>
                </a:solidFill>
                <a:latin typeface="Nunito"/>
              </a:rPr>
              <a:t>K-Means</a:t>
            </a:r>
            <a:r>
              <a:rPr lang="en-US" sz="2200" dirty="0">
                <a:solidFill>
                  <a:srgbClr val="374151"/>
                </a:solidFill>
                <a:latin typeface="Nunito"/>
              </a:rPr>
              <a:t> and PAM (Partitioning Around Medoids).</a:t>
            </a:r>
          </a:p>
          <a:p>
            <a:pPr marL="285750" lvl="1" indent="-285750">
              <a:lnSpc>
                <a:spcPct val="150000"/>
              </a:lnSpc>
              <a:buFont typeface="Arial"/>
              <a:buChar char="•"/>
            </a:pPr>
            <a:r>
              <a:rPr lang="en-US" sz="2200" dirty="0">
                <a:solidFill>
                  <a:srgbClr val="374151"/>
                </a:solidFill>
                <a:latin typeface="Nunito"/>
              </a:rPr>
              <a:t>It is efficient and scales well to large datasets.</a:t>
            </a:r>
          </a:p>
          <a:p>
            <a:pPr marL="285750" lvl="1" indent="-285750">
              <a:lnSpc>
                <a:spcPct val="150000"/>
              </a:lnSpc>
              <a:buFont typeface="Arial"/>
              <a:buChar char="•"/>
            </a:pPr>
            <a:endParaRPr lang="en-US" sz="2200" dirty="0">
              <a:solidFill>
                <a:srgbClr val="374151"/>
              </a:solidFill>
              <a:latin typeface="Nunito"/>
            </a:endParaRPr>
          </a:p>
          <a:p>
            <a:pPr>
              <a:lnSpc>
                <a:spcPct val="150000"/>
              </a:lnSpc>
            </a:pPr>
            <a:r>
              <a:rPr lang="en-US" sz="2200" b="1" dirty="0">
                <a:solidFill>
                  <a:srgbClr val="374151"/>
                </a:solidFill>
                <a:latin typeface="Nunito"/>
              </a:rPr>
              <a:t>Hierarchical Clustering:</a:t>
            </a:r>
          </a:p>
          <a:p>
            <a:pPr marL="285750" lvl="1" indent="-285750">
              <a:lnSpc>
                <a:spcPct val="150000"/>
              </a:lnSpc>
              <a:buFont typeface="Arial"/>
              <a:buChar char="•"/>
            </a:pPr>
            <a:r>
              <a:rPr lang="en-US" sz="2200" dirty="0">
                <a:solidFill>
                  <a:srgbClr val="374151"/>
                </a:solidFill>
                <a:latin typeface="Nunito"/>
              </a:rPr>
              <a:t>Hierarchical clustering builds a hierarchy of clusters, represented as a tree-like structure or dendrogram.</a:t>
            </a:r>
          </a:p>
          <a:p>
            <a:pPr marL="285750" lvl="1" indent="-285750">
              <a:lnSpc>
                <a:spcPct val="150000"/>
              </a:lnSpc>
              <a:buFont typeface="Arial"/>
              <a:buChar char="•"/>
            </a:pPr>
            <a:r>
              <a:rPr lang="en-US" sz="2200" b="1" dirty="0">
                <a:solidFill>
                  <a:srgbClr val="374151"/>
                </a:solidFill>
                <a:latin typeface="Nunito"/>
              </a:rPr>
              <a:t>Agglomerative</a:t>
            </a:r>
            <a:r>
              <a:rPr lang="en-US" sz="2200" dirty="0">
                <a:solidFill>
                  <a:srgbClr val="374151"/>
                </a:solidFill>
                <a:latin typeface="Nunito"/>
              </a:rPr>
              <a:t> and divisive methods are commonly used.</a:t>
            </a:r>
          </a:p>
          <a:p>
            <a:pPr marL="285750" lvl="1" indent="-285750">
              <a:lnSpc>
                <a:spcPct val="150000"/>
              </a:lnSpc>
              <a:buFont typeface="Arial"/>
              <a:buChar char="•"/>
            </a:pPr>
            <a:r>
              <a:rPr lang="en-US" sz="2200" dirty="0">
                <a:solidFill>
                  <a:srgbClr val="374151"/>
                </a:solidFill>
                <a:latin typeface="Nunito"/>
              </a:rPr>
              <a:t>Useful for exploring data at different granularity levels.</a:t>
            </a:r>
          </a:p>
        </p:txBody>
      </p:sp>
    </p:spTree>
    <p:extLst>
      <p:ext uri="{BB962C8B-B14F-4D97-AF65-F5344CB8AC3E}">
        <p14:creationId xmlns:p14="http://schemas.microsoft.com/office/powerpoint/2010/main" val="3573858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687286" y="343765"/>
            <a:ext cx="71301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Types of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7" name="Picture 6">
            <a:extLst>
              <a:ext uri="{FF2B5EF4-FFF2-40B4-BE49-F238E27FC236}">
                <a16:creationId xmlns:a16="http://schemas.microsoft.com/office/drawing/2014/main" id="{A606B6E0-0709-AA16-D340-D5D4D1E153F9}"/>
              </a:ext>
            </a:extLst>
          </p:cNvPr>
          <p:cNvPicPr>
            <a:picLocks noChangeAspect="1"/>
          </p:cNvPicPr>
          <p:nvPr/>
        </p:nvPicPr>
        <p:blipFill>
          <a:blip r:embed="rId3"/>
          <a:stretch>
            <a:fillRect/>
          </a:stretch>
        </p:blipFill>
        <p:spPr>
          <a:xfrm>
            <a:off x="2263578" y="1892221"/>
            <a:ext cx="7664844" cy="3073558"/>
          </a:xfrm>
          <a:prstGeom prst="rect">
            <a:avLst/>
          </a:prstGeom>
        </p:spPr>
      </p:pic>
    </p:spTree>
    <p:extLst>
      <p:ext uri="{BB962C8B-B14F-4D97-AF65-F5344CB8AC3E}">
        <p14:creationId xmlns:p14="http://schemas.microsoft.com/office/powerpoint/2010/main" val="813132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687286" y="343765"/>
            <a:ext cx="71301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Types of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4" name="Picture 3">
            <a:extLst>
              <a:ext uri="{FF2B5EF4-FFF2-40B4-BE49-F238E27FC236}">
                <a16:creationId xmlns:a16="http://schemas.microsoft.com/office/drawing/2014/main" id="{C8239782-6739-4059-4532-9F30331E5C74}"/>
              </a:ext>
            </a:extLst>
          </p:cNvPr>
          <p:cNvPicPr>
            <a:picLocks noChangeAspect="1"/>
          </p:cNvPicPr>
          <p:nvPr/>
        </p:nvPicPr>
        <p:blipFill>
          <a:blip r:embed="rId3"/>
          <a:stretch>
            <a:fillRect/>
          </a:stretch>
        </p:blipFill>
        <p:spPr>
          <a:xfrm>
            <a:off x="1438970" y="1386488"/>
            <a:ext cx="7626742" cy="3105310"/>
          </a:xfrm>
          <a:prstGeom prst="rect">
            <a:avLst/>
          </a:prstGeom>
        </p:spPr>
      </p:pic>
    </p:spTree>
    <p:extLst>
      <p:ext uri="{BB962C8B-B14F-4D97-AF65-F5344CB8AC3E}">
        <p14:creationId xmlns:p14="http://schemas.microsoft.com/office/powerpoint/2010/main" val="3932761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687286" y="343765"/>
            <a:ext cx="713011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Hierarchical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D5BC7C08-7D63-9C54-BE03-8F289853A8CC}"/>
              </a:ext>
            </a:extLst>
          </p:cNvPr>
          <p:cNvSpPr txBox="1"/>
          <p:nvPr/>
        </p:nvSpPr>
        <p:spPr>
          <a:xfrm>
            <a:off x="859971" y="982914"/>
            <a:ext cx="9862458" cy="1338828"/>
          </a:xfrm>
          <a:prstGeom prst="rect">
            <a:avLst/>
          </a:prstGeom>
          <a:noFill/>
        </p:spPr>
        <p:txBody>
          <a:bodyPr wrap="square">
            <a:spAutoFit/>
          </a:bodyPr>
          <a:lstStyle/>
          <a:p>
            <a:pPr marL="171450" indent="-171450" algn="l">
              <a:buFont typeface="Arial" panose="020B0604020202020204" pitchFamily="34" charset="0"/>
              <a:buChar char="•"/>
            </a:pPr>
            <a:endParaRPr lang="en-US" sz="900" b="0" i="0" u="none" strike="noStrike" baseline="0" dirty="0">
              <a:solidFill>
                <a:srgbClr val="000000"/>
              </a:solidFill>
              <a:latin typeface="Arial" panose="020B0604020202020204" pitchFamily="34" charset="0"/>
            </a:endParaRPr>
          </a:p>
          <a:p>
            <a:pPr marL="285750" marR="0" indent="-285750" algn="l">
              <a:buFont typeface="Arial" panose="020B0604020202020204" pitchFamily="34" charset="0"/>
              <a:buChar char="•"/>
            </a:pPr>
            <a:r>
              <a:rPr lang="en-US" sz="1800" b="0" i="0" u="none" strike="noStrike" baseline="0" dirty="0">
                <a:solidFill>
                  <a:srgbClr val="000000"/>
                </a:solidFill>
                <a:latin typeface="Arial" panose="020B0604020202020204" pitchFamily="34" charset="0"/>
              </a:rPr>
              <a:t>Records are sequentially grouped to create clusters, based on distances between records and distances between clusters.</a:t>
            </a:r>
          </a:p>
          <a:p>
            <a:pPr marL="285750" marR="0" indent="-285750" algn="l">
              <a:buFont typeface="Arial" panose="020B0604020202020204" pitchFamily="34" charset="0"/>
              <a:buChar char="•"/>
            </a:pPr>
            <a:r>
              <a:rPr lang="en-US" sz="1800" b="0" i="0" u="none" strike="noStrike" baseline="0" dirty="0">
                <a:solidFill>
                  <a:srgbClr val="000000"/>
                </a:solidFill>
                <a:latin typeface="Arial" panose="020B0604020202020204" pitchFamily="34" charset="0"/>
              </a:rPr>
              <a:t>Hierarchical clustering also produces a useful graphical display of the clustering process and results, called a dendrogram.</a:t>
            </a:r>
          </a:p>
        </p:txBody>
      </p:sp>
      <p:sp>
        <p:nvSpPr>
          <p:cNvPr id="6" name="TextBox 5">
            <a:extLst>
              <a:ext uri="{FF2B5EF4-FFF2-40B4-BE49-F238E27FC236}">
                <a16:creationId xmlns:a16="http://schemas.microsoft.com/office/drawing/2014/main" id="{241F826B-9162-BD78-1560-ECC934252672}"/>
              </a:ext>
            </a:extLst>
          </p:cNvPr>
          <p:cNvSpPr txBox="1"/>
          <p:nvPr/>
        </p:nvSpPr>
        <p:spPr>
          <a:xfrm>
            <a:off x="859970" y="2426494"/>
            <a:ext cx="9720943" cy="1477328"/>
          </a:xfrm>
          <a:prstGeom prst="rect">
            <a:avLst/>
          </a:prstGeom>
          <a:noFill/>
        </p:spPr>
        <p:txBody>
          <a:bodyPr wrap="square">
            <a:spAutoFit/>
          </a:bodyPr>
          <a:lstStyle/>
          <a:p>
            <a:pPr marR="0"/>
            <a:r>
              <a:rPr lang="en-US" b="1" dirty="0">
                <a:solidFill>
                  <a:srgbClr val="000000"/>
                </a:solidFill>
                <a:latin typeface="Arial" panose="020B0604020202020204" pitchFamily="34" charset="0"/>
              </a:rPr>
              <a:t>Strengths of Hierarchical Clustering</a:t>
            </a:r>
          </a:p>
          <a:p>
            <a:pPr marL="285750" marR="0" indent="-285750" algn="l">
              <a:buFont typeface="Arial" panose="020B0604020202020204" pitchFamily="34" charset="0"/>
              <a:buChar char="•"/>
            </a:pPr>
            <a:r>
              <a:rPr lang="en-US" dirty="0">
                <a:solidFill>
                  <a:srgbClr val="000000"/>
                </a:solidFill>
                <a:latin typeface="Arial" panose="020B0604020202020204" pitchFamily="34" charset="0"/>
              </a:rPr>
              <a:t>No assumptions on the number of clusters</a:t>
            </a:r>
          </a:p>
          <a:p>
            <a:pPr marL="285750" marR="0" indent="-285750" algn="l">
              <a:buFont typeface="Arial" panose="020B0604020202020204" pitchFamily="34" charset="0"/>
              <a:buChar char="•"/>
            </a:pPr>
            <a:r>
              <a:rPr lang="en-US" dirty="0">
                <a:solidFill>
                  <a:srgbClr val="000000"/>
                </a:solidFill>
                <a:latin typeface="Arial" panose="020B0604020202020204" pitchFamily="34" charset="0"/>
              </a:rPr>
              <a:t>Any desired number of clusters can be obtained by ‘cutting’</a:t>
            </a:r>
          </a:p>
          <a:p>
            <a:pPr marL="285750" marR="81200" indent="-285750" algn="l">
              <a:buFont typeface="Arial" panose="020B0604020202020204" pitchFamily="34" charset="0"/>
              <a:buChar char="•"/>
            </a:pPr>
            <a:r>
              <a:rPr lang="en-US" dirty="0">
                <a:solidFill>
                  <a:srgbClr val="000000"/>
                </a:solidFill>
                <a:latin typeface="Arial" panose="020B0604020202020204" pitchFamily="34" charset="0"/>
              </a:rPr>
              <a:t>the dendrogram at the proper level</a:t>
            </a:r>
          </a:p>
          <a:p>
            <a:pPr marL="285750" marR="0" indent="-285750" algn="l">
              <a:buFont typeface="Arial" panose="020B0604020202020204" pitchFamily="34" charset="0"/>
              <a:buChar char="•"/>
            </a:pPr>
            <a:r>
              <a:rPr lang="en-US" dirty="0">
                <a:solidFill>
                  <a:srgbClr val="000000"/>
                </a:solidFill>
                <a:latin typeface="Arial" panose="020B0604020202020204" pitchFamily="34" charset="0"/>
              </a:rPr>
              <a:t>Hierarchical clustering may correspond to meaningful taxonomies </a:t>
            </a:r>
          </a:p>
        </p:txBody>
      </p:sp>
      <p:sp>
        <p:nvSpPr>
          <p:cNvPr id="10" name="TextBox 9">
            <a:extLst>
              <a:ext uri="{FF2B5EF4-FFF2-40B4-BE49-F238E27FC236}">
                <a16:creationId xmlns:a16="http://schemas.microsoft.com/office/drawing/2014/main" id="{2F6B393A-27CF-4DFD-98C7-19486C31F27F}"/>
              </a:ext>
            </a:extLst>
          </p:cNvPr>
          <p:cNvSpPr txBox="1"/>
          <p:nvPr/>
        </p:nvSpPr>
        <p:spPr>
          <a:xfrm>
            <a:off x="740228" y="4008574"/>
            <a:ext cx="6096000" cy="923330"/>
          </a:xfrm>
          <a:prstGeom prst="rect">
            <a:avLst/>
          </a:prstGeom>
          <a:noFill/>
        </p:spPr>
        <p:txBody>
          <a:bodyPr wrap="square">
            <a:spAutoFit/>
          </a:bodyPr>
          <a:lstStyle/>
          <a:p>
            <a:pPr marR="0"/>
            <a:r>
              <a:rPr lang="en-US" b="1" dirty="0">
                <a:solidFill>
                  <a:srgbClr val="000000"/>
                </a:solidFill>
                <a:latin typeface="Arial" panose="020B0604020202020204" pitchFamily="34" charset="0"/>
              </a:rPr>
              <a:t>Disadvantages of Hierarchical clustering</a:t>
            </a:r>
          </a:p>
          <a:p>
            <a:pPr marR="0" algn="l"/>
            <a:r>
              <a:rPr lang="en-US" dirty="0">
                <a:solidFill>
                  <a:srgbClr val="000000"/>
                </a:solidFill>
                <a:latin typeface="Arial" panose="020B0604020202020204" pitchFamily="34" charset="0"/>
              </a:rPr>
              <a:t>Time complexity: not suitable for larger datasets.</a:t>
            </a:r>
          </a:p>
          <a:p>
            <a:pPr marR="0" algn="l"/>
            <a:r>
              <a:rPr lang="en-US" dirty="0">
                <a:solidFill>
                  <a:srgbClr val="000000"/>
                </a:solidFill>
                <a:latin typeface="Arial" panose="020B0604020202020204" pitchFamily="34" charset="0"/>
              </a:rPr>
              <a:t>Very sensitive to outliers </a:t>
            </a:r>
          </a:p>
        </p:txBody>
      </p:sp>
    </p:spTree>
    <p:extLst>
      <p:ext uri="{BB962C8B-B14F-4D97-AF65-F5344CB8AC3E}">
        <p14:creationId xmlns:p14="http://schemas.microsoft.com/office/powerpoint/2010/main" val="28749005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687286" y="343765"/>
            <a:ext cx="886097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Hierarchical clustering -Steps</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4" name="Picture 3">
            <a:extLst>
              <a:ext uri="{FF2B5EF4-FFF2-40B4-BE49-F238E27FC236}">
                <a16:creationId xmlns:a16="http://schemas.microsoft.com/office/drawing/2014/main" id="{9FE10508-1EB0-14EF-57DE-3137F914CBC9}"/>
              </a:ext>
            </a:extLst>
          </p:cNvPr>
          <p:cNvPicPr>
            <a:picLocks noChangeAspect="1"/>
          </p:cNvPicPr>
          <p:nvPr/>
        </p:nvPicPr>
        <p:blipFill>
          <a:blip r:embed="rId3"/>
          <a:stretch>
            <a:fillRect/>
          </a:stretch>
        </p:blipFill>
        <p:spPr>
          <a:xfrm>
            <a:off x="3111346" y="1730287"/>
            <a:ext cx="5969307" cy="3397425"/>
          </a:xfrm>
          <a:prstGeom prst="rect">
            <a:avLst/>
          </a:prstGeom>
        </p:spPr>
      </p:pic>
    </p:spTree>
    <p:extLst>
      <p:ext uri="{BB962C8B-B14F-4D97-AF65-F5344CB8AC3E}">
        <p14:creationId xmlns:p14="http://schemas.microsoft.com/office/powerpoint/2010/main" val="2580016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 name="TextBox 3">
            <a:extLst>
              <a:ext uri="{FF2B5EF4-FFF2-40B4-BE49-F238E27FC236}">
                <a16:creationId xmlns:a16="http://schemas.microsoft.com/office/drawing/2014/main" id="{31B1A91B-FC85-1ABF-D739-299A9ED2EC4D}"/>
              </a:ext>
            </a:extLst>
          </p:cNvPr>
          <p:cNvSpPr txBox="1"/>
          <p:nvPr/>
        </p:nvSpPr>
        <p:spPr>
          <a:xfrm>
            <a:off x="672663" y="1271751"/>
            <a:ext cx="11083157"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solidFill>
                  <a:srgbClr val="374151"/>
                </a:solidFill>
                <a:latin typeface="Nunito"/>
                <a:ea typeface="+mn-lt"/>
                <a:cs typeface="+mn-lt"/>
              </a:rPr>
              <a:t>K-Means clustering is a partitioning clustering technique that groups data into K distinct, non-overlapping clusters. It aims to minimize the distance between data points within the same cluster and maximize the distance between different clusters.</a:t>
            </a:r>
            <a:endParaRPr lang="en-US" sz="2200" dirty="0">
              <a:solidFill>
                <a:srgbClr val="000000"/>
              </a:solidFill>
              <a:latin typeface="Nunito"/>
              <a:ea typeface="+mn-lt"/>
              <a:cs typeface="+mn-lt"/>
            </a:endParaRPr>
          </a:p>
          <a:p>
            <a:endParaRPr lang="en-US" sz="2200" dirty="0">
              <a:solidFill>
                <a:srgbClr val="374151"/>
              </a:solidFill>
              <a:latin typeface="Nunito"/>
              <a:ea typeface="+mn-lt"/>
              <a:cs typeface="Calibri"/>
            </a:endParaRPr>
          </a:p>
          <a:p>
            <a:r>
              <a:rPr lang="en-US" sz="2200" b="1" dirty="0">
                <a:solidFill>
                  <a:srgbClr val="374151"/>
                </a:solidFill>
                <a:latin typeface="Nunito"/>
                <a:ea typeface="+mn-lt"/>
                <a:cs typeface="Arial"/>
              </a:rPr>
              <a:t>Use Cases and Examples:</a:t>
            </a:r>
            <a:endParaRPr lang="en-US" sz="2200" dirty="0">
              <a:solidFill>
                <a:srgbClr val="374151"/>
              </a:solidFill>
              <a:latin typeface="Nunito"/>
              <a:ea typeface="+mn-lt"/>
              <a:cs typeface="Arial"/>
            </a:endParaRPr>
          </a:p>
          <a:p>
            <a:pPr marL="742950" lvl="1" indent="-285750">
              <a:buFont typeface="Arial,Sans-Serif"/>
              <a:buChar char="•"/>
            </a:pPr>
            <a:r>
              <a:rPr lang="en-US" sz="2200" b="1" dirty="0">
                <a:solidFill>
                  <a:srgbClr val="374151"/>
                </a:solidFill>
                <a:latin typeface="Nunito"/>
                <a:ea typeface="+mn-lt"/>
                <a:cs typeface="Arial"/>
              </a:rPr>
              <a:t>Customer Segmentation:</a:t>
            </a:r>
            <a:r>
              <a:rPr lang="en-US" sz="2200" dirty="0">
                <a:solidFill>
                  <a:srgbClr val="374151"/>
                </a:solidFill>
                <a:latin typeface="Nunito"/>
                <a:ea typeface="+mn-lt"/>
                <a:cs typeface="Arial"/>
              </a:rPr>
              <a:t> Retailers use K-Means to group customers based on purchasing behavior.</a:t>
            </a:r>
          </a:p>
          <a:p>
            <a:pPr marL="742950" lvl="1" indent="-285750">
              <a:buFont typeface="Arial,Sans-Serif"/>
              <a:buChar char="•"/>
            </a:pPr>
            <a:r>
              <a:rPr lang="en-US" sz="2200" b="1" dirty="0">
                <a:solidFill>
                  <a:srgbClr val="374151"/>
                </a:solidFill>
                <a:latin typeface="Nunito"/>
                <a:ea typeface="+mn-lt"/>
                <a:cs typeface="Arial"/>
              </a:rPr>
              <a:t>Image Compression:</a:t>
            </a:r>
            <a:r>
              <a:rPr lang="en-US" sz="2200" dirty="0">
                <a:solidFill>
                  <a:srgbClr val="374151"/>
                </a:solidFill>
                <a:latin typeface="Nunito"/>
                <a:ea typeface="+mn-lt"/>
                <a:cs typeface="Arial"/>
              </a:rPr>
              <a:t> K-Means reduces the number of colors in an image to compress it.</a:t>
            </a:r>
          </a:p>
          <a:p>
            <a:pPr marL="742950" lvl="1" indent="-285750">
              <a:buFont typeface="Arial,Sans-Serif"/>
              <a:buChar char="•"/>
            </a:pPr>
            <a:r>
              <a:rPr lang="en-US" sz="2200" b="1" dirty="0">
                <a:solidFill>
                  <a:srgbClr val="374151"/>
                </a:solidFill>
                <a:latin typeface="Nunito"/>
                <a:ea typeface="+mn-lt"/>
                <a:cs typeface="Arial"/>
              </a:rPr>
              <a:t>Anomaly Detection:</a:t>
            </a:r>
            <a:r>
              <a:rPr lang="en-US" sz="2200" dirty="0">
                <a:solidFill>
                  <a:srgbClr val="374151"/>
                </a:solidFill>
                <a:latin typeface="Nunito"/>
                <a:ea typeface="+mn-lt"/>
                <a:cs typeface="Arial"/>
              </a:rPr>
              <a:t> It helps identify unusual patterns in data, such as fraudulent transactions in finance.</a:t>
            </a:r>
            <a:endParaRPr lang="en-US" dirty="0">
              <a:latin typeface="Nunito"/>
            </a:endParaRPr>
          </a:p>
          <a:p>
            <a:endParaRPr lang="en-US" sz="2200" dirty="0">
              <a:solidFill>
                <a:srgbClr val="374151"/>
              </a:solidFill>
              <a:latin typeface="Nunito"/>
              <a:ea typeface="+mn-lt"/>
              <a:cs typeface="+mn-lt"/>
            </a:endParaRPr>
          </a:p>
          <a:p>
            <a:r>
              <a:rPr lang="en-US" sz="2200" dirty="0">
                <a:solidFill>
                  <a:srgbClr val="374151"/>
                </a:solidFill>
                <a:latin typeface="Nunito"/>
                <a:ea typeface="+mn-lt"/>
                <a:cs typeface="+mn-lt"/>
              </a:rPr>
              <a:t>K-Means is a widely used and efficient clustering method with applications in various fields.</a:t>
            </a:r>
            <a:endParaRPr lang="en-US" sz="2200">
              <a:latin typeface="Nunito"/>
              <a:ea typeface="+mn-lt"/>
              <a:cs typeface="+mn-lt"/>
            </a:endParaRPr>
          </a:p>
        </p:txBody>
      </p:sp>
    </p:spTree>
    <p:extLst>
      <p:ext uri="{BB962C8B-B14F-4D97-AF65-F5344CB8AC3E}">
        <p14:creationId xmlns:p14="http://schemas.microsoft.com/office/powerpoint/2010/main" val="3070660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 name="TextBox 3">
            <a:extLst>
              <a:ext uri="{FF2B5EF4-FFF2-40B4-BE49-F238E27FC236}">
                <a16:creationId xmlns:a16="http://schemas.microsoft.com/office/drawing/2014/main" id="{31B1A91B-FC85-1ABF-D739-299A9ED2EC4D}"/>
              </a:ext>
            </a:extLst>
          </p:cNvPr>
          <p:cNvSpPr txBox="1"/>
          <p:nvPr/>
        </p:nvSpPr>
        <p:spPr>
          <a:xfrm>
            <a:off x="672663" y="1271751"/>
            <a:ext cx="11083157"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solidFill>
                  <a:srgbClr val="374151"/>
                </a:solidFill>
                <a:latin typeface="Nunito"/>
                <a:ea typeface="+mn-lt"/>
                <a:cs typeface="+mn-lt"/>
              </a:rPr>
              <a:t>K-means clustering is a unsupervised learning algorithm whose goal is to find groups or assign the data points to clusters based on their similarity. Which means the points in same cluster are like each other and in different clusters are dissimilar with each other. It was developed by researcher named James Macqueen in 1967. Here K means the number of clusters.</a:t>
            </a:r>
            <a:endParaRPr lang="en-US" sz="2200" dirty="0">
              <a:latin typeface="Nunito"/>
              <a:ea typeface="+mn-lt"/>
              <a:cs typeface="+mn-lt"/>
            </a:endParaRPr>
          </a:p>
        </p:txBody>
      </p:sp>
      <p:pic>
        <p:nvPicPr>
          <p:cNvPr id="3" name="Picture 2">
            <a:extLst>
              <a:ext uri="{FF2B5EF4-FFF2-40B4-BE49-F238E27FC236}">
                <a16:creationId xmlns:a16="http://schemas.microsoft.com/office/drawing/2014/main" id="{827B14C9-6E56-C32C-5A92-A78B8FB08E1F}"/>
              </a:ext>
            </a:extLst>
          </p:cNvPr>
          <p:cNvPicPr>
            <a:picLocks noChangeAspect="1"/>
          </p:cNvPicPr>
          <p:nvPr/>
        </p:nvPicPr>
        <p:blipFill>
          <a:blip r:embed="rId3"/>
          <a:stretch>
            <a:fillRect/>
          </a:stretch>
        </p:blipFill>
        <p:spPr>
          <a:xfrm>
            <a:off x="672664" y="3343971"/>
            <a:ext cx="4528498" cy="1913830"/>
          </a:xfrm>
          <a:prstGeom prst="rect">
            <a:avLst/>
          </a:prstGeom>
        </p:spPr>
      </p:pic>
      <p:sp>
        <p:nvSpPr>
          <p:cNvPr id="6" name="TextBox 5">
            <a:extLst>
              <a:ext uri="{FF2B5EF4-FFF2-40B4-BE49-F238E27FC236}">
                <a16:creationId xmlns:a16="http://schemas.microsoft.com/office/drawing/2014/main" id="{4A75B85B-A16E-FF1A-89B9-6B54BEB99AF5}"/>
              </a:ext>
            </a:extLst>
          </p:cNvPr>
          <p:cNvSpPr txBox="1"/>
          <p:nvPr/>
        </p:nvSpPr>
        <p:spPr>
          <a:xfrm>
            <a:off x="5268686" y="2819124"/>
            <a:ext cx="6096000" cy="2554545"/>
          </a:xfrm>
          <a:prstGeom prst="rect">
            <a:avLst/>
          </a:prstGeom>
          <a:noFill/>
        </p:spPr>
        <p:txBody>
          <a:bodyPr wrap="square">
            <a:spAutoFit/>
          </a:bodyPr>
          <a:lstStyle/>
          <a:p>
            <a:pPr algn="l"/>
            <a:r>
              <a:rPr lang="en-US" sz="2000" dirty="0">
                <a:solidFill>
                  <a:srgbClr val="374151"/>
                </a:solidFill>
                <a:latin typeface="Nunito"/>
                <a:ea typeface="+mn-lt"/>
                <a:cs typeface="+mn-lt"/>
              </a:rPr>
              <a:t>The above figure is showing the working of K-means clustering. Left part is showing the data points before applying the K-means whereas the right part is depicting the situation after the clustering. (data points are grouped into clusters. K-means clustering is very useful and beneficial when most of the data is in unorganized manner. Before moving forward let define some terminology</a:t>
            </a:r>
          </a:p>
        </p:txBody>
      </p:sp>
      <p:sp>
        <p:nvSpPr>
          <p:cNvPr id="10" name="TextBox 9">
            <a:extLst>
              <a:ext uri="{FF2B5EF4-FFF2-40B4-BE49-F238E27FC236}">
                <a16:creationId xmlns:a16="http://schemas.microsoft.com/office/drawing/2014/main" id="{7BA5A2C7-F737-D01F-CEA9-D7A5F535278D}"/>
              </a:ext>
            </a:extLst>
          </p:cNvPr>
          <p:cNvSpPr txBox="1"/>
          <p:nvPr/>
        </p:nvSpPr>
        <p:spPr>
          <a:xfrm>
            <a:off x="818639" y="5463605"/>
            <a:ext cx="10197703" cy="707886"/>
          </a:xfrm>
          <a:prstGeom prst="rect">
            <a:avLst/>
          </a:prstGeom>
          <a:noFill/>
        </p:spPr>
        <p:txBody>
          <a:bodyPr wrap="square">
            <a:spAutoFit/>
          </a:bodyPr>
          <a:lstStyle/>
          <a:p>
            <a:pPr algn="l"/>
            <a:r>
              <a:rPr lang="en-US" sz="1800" b="1" i="0" u="none" strike="noStrike" baseline="0" dirty="0">
                <a:latin typeface="Arial-BoldMT"/>
              </a:rPr>
              <a:t>Cluster</a:t>
            </a:r>
            <a:r>
              <a:rPr lang="en-US" sz="1800" b="0" i="0" u="none" strike="noStrike" baseline="0" dirty="0">
                <a:latin typeface="ArialMT"/>
              </a:rPr>
              <a:t>- </a:t>
            </a:r>
            <a:r>
              <a:rPr lang="en-US" sz="2000" dirty="0">
                <a:solidFill>
                  <a:srgbClr val="374151"/>
                </a:solidFill>
                <a:latin typeface="Nunito"/>
                <a:ea typeface="+mn-lt"/>
                <a:cs typeface="+mn-lt"/>
              </a:rPr>
              <a:t>It is a collection of the given data points accumulated together because of certain similarities between them</a:t>
            </a:r>
          </a:p>
        </p:txBody>
      </p:sp>
    </p:spTree>
    <p:extLst>
      <p:ext uri="{BB962C8B-B14F-4D97-AF65-F5344CB8AC3E}">
        <p14:creationId xmlns:p14="http://schemas.microsoft.com/office/powerpoint/2010/main" val="4217137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 name="TextBox 3">
            <a:extLst>
              <a:ext uri="{FF2B5EF4-FFF2-40B4-BE49-F238E27FC236}">
                <a16:creationId xmlns:a16="http://schemas.microsoft.com/office/drawing/2014/main" id="{31B1A91B-FC85-1ABF-D739-299A9ED2EC4D}"/>
              </a:ext>
            </a:extLst>
          </p:cNvPr>
          <p:cNvSpPr txBox="1"/>
          <p:nvPr/>
        </p:nvSpPr>
        <p:spPr>
          <a:xfrm>
            <a:off x="672663" y="1271751"/>
            <a:ext cx="11083157"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374151"/>
                </a:solidFill>
                <a:latin typeface="Nunito"/>
                <a:ea typeface="+mn-lt"/>
                <a:cs typeface="+mn-lt"/>
              </a:rPr>
              <a:t>Centroid-</a:t>
            </a:r>
            <a:r>
              <a:rPr lang="en-US" sz="2200" dirty="0">
                <a:solidFill>
                  <a:srgbClr val="374151"/>
                </a:solidFill>
                <a:latin typeface="Nunito"/>
                <a:ea typeface="+mn-lt"/>
                <a:cs typeface="+mn-lt"/>
              </a:rPr>
              <a:t> It can be termed as a real or imaginary location which represents the </a:t>
            </a:r>
            <a:r>
              <a:rPr lang="en-US" sz="2200" dirty="0" err="1">
                <a:solidFill>
                  <a:srgbClr val="374151"/>
                </a:solidFill>
                <a:latin typeface="Nunito"/>
                <a:ea typeface="+mn-lt"/>
                <a:cs typeface="+mn-lt"/>
              </a:rPr>
              <a:t>centre</a:t>
            </a:r>
            <a:r>
              <a:rPr lang="en-US" sz="2200" dirty="0">
                <a:solidFill>
                  <a:srgbClr val="374151"/>
                </a:solidFill>
                <a:latin typeface="Nunito"/>
                <a:ea typeface="+mn-lt"/>
                <a:cs typeface="+mn-lt"/>
              </a:rPr>
              <a:t> of the cluster.</a:t>
            </a:r>
          </a:p>
          <a:p>
            <a:r>
              <a:rPr lang="en-US" sz="2200" b="1" dirty="0">
                <a:solidFill>
                  <a:srgbClr val="374151"/>
                </a:solidFill>
                <a:latin typeface="Nunito"/>
                <a:ea typeface="+mn-lt"/>
                <a:cs typeface="+mn-lt"/>
              </a:rPr>
              <a:t>Parameter K- </a:t>
            </a:r>
            <a:r>
              <a:rPr lang="en-US" sz="2200" dirty="0">
                <a:solidFill>
                  <a:srgbClr val="374151"/>
                </a:solidFill>
                <a:latin typeface="Nunito"/>
                <a:ea typeface="+mn-lt"/>
                <a:cs typeface="+mn-lt"/>
              </a:rPr>
              <a:t>K is a target variable which refers to the number of centroids in the respective or given dataset. It is used to label the new data.</a:t>
            </a:r>
          </a:p>
          <a:p>
            <a:r>
              <a:rPr lang="en-US" sz="2200" b="1" dirty="0">
                <a:solidFill>
                  <a:srgbClr val="374151"/>
                </a:solidFill>
                <a:latin typeface="Nunito"/>
                <a:ea typeface="+mn-lt"/>
                <a:cs typeface="+mn-lt"/>
              </a:rPr>
              <a:t>Means-</a:t>
            </a:r>
            <a:r>
              <a:rPr lang="en-US" sz="2200" dirty="0">
                <a:solidFill>
                  <a:srgbClr val="374151"/>
                </a:solidFill>
                <a:latin typeface="Nunito"/>
                <a:ea typeface="+mn-lt"/>
                <a:cs typeface="+mn-lt"/>
              </a:rPr>
              <a:t> In K-means clustering, ‘means refer to the averaging of data used to find the centroid in a the cluster.</a:t>
            </a:r>
          </a:p>
          <a:p>
            <a:r>
              <a:rPr lang="en-US" sz="2200" dirty="0">
                <a:solidFill>
                  <a:srgbClr val="374151"/>
                </a:solidFill>
                <a:latin typeface="Nunito"/>
                <a:ea typeface="+mn-lt"/>
                <a:cs typeface="+mn-lt"/>
              </a:rPr>
              <a:t>The working of K-means clustering is depending on the distance metrics, which are used to find the similarity within data points. The popular distance metric are:</a:t>
            </a:r>
          </a:p>
        </p:txBody>
      </p:sp>
      <p:sp>
        <p:nvSpPr>
          <p:cNvPr id="5" name="TextBox 4">
            <a:extLst>
              <a:ext uri="{FF2B5EF4-FFF2-40B4-BE49-F238E27FC236}">
                <a16:creationId xmlns:a16="http://schemas.microsoft.com/office/drawing/2014/main" id="{1F27EF95-2CE3-2029-CBBB-8EDC20D17D12}"/>
              </a:ext>
            </a:extLst>
          </p:cNvPr>
          <p:cNvSpPr txBox="1"/>
          <p:nvPr/>
        </p:nvSpPr>
        <p:spPr>
          <a:xfrm>
            <a:off x="772884" y="4072518"/>
            <a:ext cx="10417629" cy="1785104"/>
          </a:xfrm>
          <a:prstGeom prst="rect">
            <a:avLst/>
          </a:prstGeom>
          <a:noFill/>
        </p:spPr>
        <p:txBody>
          <a:bodyPr wrap="square">
            <a:spAutoFit/>
          </a:bodyPr>
          <a:lstStyle/>
          <a:p>
            <a:pPr algn="l"/>
            <a:r>
              <a:rPr lang="en-US" sz="2200" b="1" dirty="0">
                <a:solidFill>
                  <a:srgbClr val="374151"/>
                </a:solidFill>
                <a:latin typeface="Nunito"/>
                <a:ea typeface="+mn-lt"/>
                <a:cs typeface="+mn-lt"/>
              </a:rPr>
              <a:t>Euclidean</a:t>
            </a:r>
            <a:r>
              <a:rPr lang="en-US" sz="1800" b="1" i="0" u="none" strike="noStrike" baseline="0" dirty="0">
                <a:latin typeface="Arial-BoldMT"/>
              </a:rPr>
              <a:t> </a:t>
            </a:r>
            <a:r>
              <a:rPr lang="en-US" sz="2200" b="1" dirty="0">
                <a:solidFill>
                  <a:srgbClr val="374151"/>
                </a:solidFill>
                <a:latin typeface="Nunito"/>
                <a:ea typeface="+mn-lt"/>
                <a:cs typeface="+mn-lt"/>
              </a:rPr>
              <a:t>Distance-</a:t>
            </a:r>
          </a:p>
          <a:p>
            <a:pPr algn="l"/>
            <a:r>
              <a:rPr lang="en-US" sz="2200" dirty="0">
                <a:solidFill>
                  <a:srgbClr val="374151"/>
                </a:solidFill>
                <a:latin typeface="Nunito"/>
                <a:ea typeface="+mn-lt"/>
                <a:cs typeface="+mn-lt"/>
              </a:rPr>
              <a:t>It is the most commonly used distance metrics and defined as the square root of the sum of squared differences between the two points. Let the two points are P(x1, x2) and Q (y1, y2) the Euclidean distance</a:t>
            </a:r>
          </a:p>
          <a:p>
            <a:pPr algn="l"/>
            <a:r>
              <a:rPr lang="en-US" sz="2200" dirty="0">
                <a:solidFill>
                  <a:srgbClr val="374151"/>
                </a:solidFill>
                <a:latin typeface="Nunito"/>
                <a:ea typeface="+mn-lt"/>
                <a:cs typeface="+mn-lt"/>
              </a:rPr>
              <a:t>is given by:</a:t>
            </a:r>
          </a:p>
        </p:txBody>
      </p:sp>
      <p:pic>
        <p:nvPicPr>
          <p:cNvPr id="11" name="Picture 10">
            <a:extLst>
              <a:ext uri="{FF2B5EF4-FFF2-40B4-BE49-F238E27FC236}">
                <a16:creationId xmlns:a16="http://schemas.microsoft.com/office/drawing/2014/main" id="{931A6F51-CA1D-3B51-B7FC-A95584B383D3}"/>
              </a:ext>
            </a:extLst>
          </p:cNvPr>
          <p:cNvPicPr>
            <a:picLocks noChangeAspect="1"/>
          </p:cNvPicPr>
          <p:nvPr/>
        </p:nvPicPr>
        <p:blipFill>
          <a:blip r:embed="rId3"/>
          <a:stretch>
            <a:fillRect/>
          </a:stretch>
        </p:blipFill>
        <p:spPr>
          <a:xfrm>
            <a:off x="6597305" y="5421086"/>
            <a:ext cx="3128678" cy="1436914"/>
          </a:xfrm>
          <a:prstGeom prst="rect">
            <a:avLst/>
          </a:prstGeom>
        </p:spPr>
      </p:pic>
    </p:spTree>
    <p:extLst>
      <p:ext uri="{BB962C8B-B14F-4D97-AF65-F5344CB8AC3E}">
        <p14:creationId xmlns:p14="http://schemas.microsoft.com/office/powerpoint/2010/main" val="3259904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TextBox 4">
            <a:extLst>
              <a:ext uri="{FF2B5EF4-FFF2-40B4-BE49-F238E27FC236}">
                <a16:creationId xmlns:a16="http://schemas.microsoft.com/office/drawing/2014/main" id="{1F27EF95-2CE3-2029-CBBB-8EDC20D17D12}"/>
              </a:ext>
            </a:extLst>
          </p:cNvPr>
          <p:cNvSpPr txBox="1"/>
          <p:nvPr/>
        </p:nvSpPr>
        <p:spPr>
          <a:xfrm>
            <a:off x="609598" y="1055823"/>
            <a:ext cx="10417629" cy="1446550"/>
          </a:xfrm>
          <a:prstGeom prst="rect">
            <a:avLst/>
          </a:prstGeom>
          <a:noFill/>
        </p:spPr>
        <p:txBody>
          <a:bodyPr wrap="square">
            <a:spAutoFit/>
          </a:bodyPr>
          <a:lstStyle/>
          <a:p>
            <a:pPr algn="l"/>
            <a:r>
              <a:rPr lang="en-US" sz="2200" b="1" dirty="0">
                <a:solidFill>
                  <a:srgbClr val="374151"/>
                </a:solidFill>
                <a:latin typeface="Nunito"/>
                <a:ea typeface="+mn-lt"/>
                <a:cs typeface="+mn-lt"/>
              </a:rPr>
              <a:t>Manhattan Distance-</a:t>
            </a:r>
            <a:r>
              <a:rPr lang="en-US" sz="2200" dirty="0">
                <a:solidFill>
                  <a:srgbClr val="374151"/>
                </a:solidFill>
                <a:latin typeface="Nunito"/>
                <a:ea typeface="+mn-lt"/>
                <a:cs typeface="+mn-lt"/>
              </a:rPr>
              <a:t>It is also known as city block distance or absolute distance. The distance measure is inspired with the structure of Manhattan city where the distance between two points is measured through city road grids. The distance is defined as the sum of absolute differences between two points coordinates.</a:t>
            </a:r>
          </a:p>
        </p:txBody>
      </p:sp>
      <p:pic>
        <p:nvPicPr>
          <p:cNvPr id="3" name="Picture 2">
            <a:extLst>
              <a:ext uri="{FF2B5EF4-FFF2-40B4-BE49-F238E27FC236}">
                <a16:creationId xmlns:a16="http://schemas.microsoft.com/office/drawing/2014/main" id="{97863DE6-162B-020E-56D8-F79ADD0D5F4C}"/>
              </a:ext>
            </a:extLst>
          </p:cNvPr>
          <p:cNvPicPr>
            <a:picLocks noChangeAspect="1"/>
          </p:cNvPicPr>
          <p:nvPr/>
        </p:nvPicPr>
        <p:blipFill>
          <a:blip r:embed="rId3"/>
          <a:stretch>
            <a:fillRect/>
          </a:stretch>
        </p:blipFill>
        <p:spPr>
          <a:xfrm>
            <a:off x="727904" y="2414336"/>
            <a:ext cx="2754065" cy="1183613"/>
          </a:xfrm>
          <a:prstGeom prst="rect">
            <a:avLst/>
          </a:prstGeom>
        </p:spPr>
      </p:pic>
      <p:sp>
        <p:nvSpPr>
          <p:cNvPr id="7" name="TextBox 6">
            <a:extLst>
              <a:ext uri="{FF2B5EF4-FFF2-40B4-BE49-F238E27FC236}">
                <a16:creationId xmlns:a16="http://schemas.microsoft.com/office/drawing/2014/main" id="{424C4917-2BD8-31F1-791C-7778872202FE}"/>
              </a:ext>
            </a:extLst>
          </p:cNvPr>
          <p:cNvSpPr txBox="1"/>
          <p:nvPr/>
        </p:nvSpPr>
        <p:spPr>
          <a:xfrm>
            <a:off x="4103914" y="2476056"/>
            <a:ext cx="8088086" cy="2123658"/>
          </a:xfrm>
          <a:prstGeom prst="rect">
            <a:avLst/>
          </a:prstGeom>
          <a:noFill/>
        </p:spPr>
        <p:txBody>
          <a:bodyPr wrap="square">
            <a:spAutoFit/>
          </a:bodyPr>
          <a:lstStyle/>
          <a:p>
            <a:pPr algn="l"/>
            <a:r>
              <a:rPr lang="en-US" sz="2200" b="1" dirty="0">
                <a:solidFill>
                  <a:srgbClr val="374151"/>
                </a:solidFill>
                <a:latin typeface="Nunito"/>
                <a:ea typeface="+mn-lt"/>
                <a:cs typeface="+mn-lt"/>
              </a:rPr>
              <a:t>Chebyshev Distance-</a:t>
            </a:r>
          </a:p>
          <a:p>
            <a:pPr algn="l"/>
            <a:r>
              <a:rPr lang="en-US" sz="2200" dirty="0">
                <a:solidFill>
                  <a:srgbClr val="374151"/>
                </a:solidFill>
                <a:latin typeface="Nunito"/>
                <a:ea typeface="+mn-lt"/>
                <a:cs typeface="+mn-lt"/>
              </a:rPr>
              <a:t>This distance is also known as Maximum value distance or chessboard distance. The distance is based on absolute magnitude between the coordinates of pair of two points. This distance is equally used with the quantitative and ordinal variable.</a:t>
            </a:r>
          </a:p>
        </p:txBody>
      </p:sp>
      <p:pic>
        <p:nvPicPr>
          <p:cNvPr id="12" name="Picture 11">
            <a:extLst>
              <a:ext uri="{FF2B5EF4-FFF2-40B4-BE49-F238E27FC236}">
                <a16:creationId xmlns:a16="http://schemas.microsoft.com/office/drawing/2014/main" id="{4A5D8A33-2457-837A-C105-08A9FE31E734}"/>
              </a:ext>
            </a:extLst>
          </p:cNvPr>
          <p:cNvPicPr>
            <a:picLocks noChangeAspect="1"/>
          </p:cNvPicPr>
          <p:nvPr/>
        </p:nvPicPr>
        <p:blipFill>
          <a:blip r:embed="rId4"/>
          <a:stretch>
            <a:fillRect/>
          </a:stretch>
        </p:blipFill>
        <p:spPr>
          <a:xfrm>
            <a:off x="4156847" y="4599714"/>
            <a:ext cx="3016405" cy="1035103"/>
          </a:xfrm>
          <a:prstGeom prst="rect">
            <a:avLst/>
          </a:prstGeom>
        </p:spPr>
      </p:pic>
    </p:spTree>
    <p:extLst>
      <p:ext uri="{BB962C8B-B14F-4D97-AF65-F5344CB8AC3E}">
        <p14:creationId xmlns:p14="http://schemas.microsoft.com/office/powerpoint/2010/main" val="1403591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TextBox 4">
            <a:extLst>
              <a:ext uri="{FF2B5EF4-FFF2-40B4-BE49-F238E27FC236}">
                <a16:creationId xmlns:a16="http://schemas.microsoft.com/office/drawing/2014/main" id="{1F27EF95-2CE3-2029-CBBB-8EDC20D17D12}"/>
              </a:ext>
            </a:extLst>
          </p:cNvPr>
          <p:cNvSpPr txBox="1"/>
          <p:nvPr/>
        </p:nvSpPr>
        <p:spPr>
          <a:xfrm>
            <a:off x="609598" y="1055823"/>
            <a:ext cx="11495316" cy="1107996"/>
          </a:xfrm>
          <a:prstGeom prst="rect">
            <a:avLst/>
          </a:prstGeom>
          <a:noFill/>
        </p:spPr>
        <p:txBody>
          <a:bodyPr wrap="square">
            <a:spAutoFit/>
          </a:bodyPr>
          <a:lstStyle/>
          <a:p>
            <a:pPr algn="l"/>
            <a:r>
              <a:rPr lang="en-US" sz="2200" b="1" dirty="0" err="1">
                <a:solidFill>
                  <a:srgbClr val="374151"/>
                </a:solidFill>
                <a:latin typeface="Nunito"/>
                <a:ea typeface="+mn-lt"/>
                <a:cs typeface="+mn-lt"/>
              </a:rPr>
              <a:t>Minkowski</a:t>
            </a:r>
            <a:r>
              <a:rPr lang="en-US" sz="2200" b="1" dirty="0">
                <a:solidFill>
                  <a:srgbClr val="374151"/>
                </a:solidFill>
                <a:latin typeface="Nunito"/>
                <a:ea typeface="+mn-lt"/>
                <a:cs typeface="+mn-lt"/>
              </a:rPr>
              <a:t> Distance- </a:t>
            </a:r>
            <a:r>
              <a:rPr lang="en-US" sz="2200" dirty="0" err="1">
                <a:solidFill>
                  <a:srgbClr val="374151"/>
                </a:solidFill>
                <a:latin typeface="Nunito"/>
                <a:ea typeface="+mn-lt"/>
                <a:cs typeface="+mn-lt"/>
              </a:rPr>
              <a:t>Minkowski</a:t>
            </a:r>
            <a:r>
              <a:rPr lang="en-US" sz="2200" dirty="0">
                <a:solidFill>
                  <a:srgbClr val="374151"/>
                </a:solidFill>
                <a:latin typeface="Nunito"/>
                <a:ea typeface="+mn-lt"/>
                <a:cs typeface="+mn-lt"/>
              </a:rPr>
              <a:t> distance is one of the generalized distance measures, which means that by manipulating the formula different distances measures can be obtained. Above stated distance measures are the special case of </a:t>
            </a:r>
            <a:r>
              <a:rPr lang="en-US" sz="2200" dirty="0" err="1">
                <a:solidFill>
                  <a:srgbClr val="374151"/>
                </a:solidFill>
                <a:latin typeface="Nunito"/>
                <a:ea typeface="+mn-lt"/>
                <a:cs typeface="+mn-lt"/>
              </a:rPr>
              <a:t>Minkowski</a:t>
            </a:r>
            <a:r>
              <a:rPr lang="en-US" sz="2200" dirty="0">
                <a:solidFill>
                  <a:srgbClr val="374151"/>
                </a:solidFill>
                <a:latin typeface="Nunito"/>
                <a:ea typeface="+mn-lt"/>
                <a:cs typeface="+mn-lt"/>
              </a:rPr>
              <a:t> distance.</a:t>
            </a:r>
          </a:p>
        </p:txBody>
      </p:sp>
      <p:sp>
        <p:nvSpPr>
          <p:cNvPr id="7" name="TextBox 6">
            <a:extLst>
              <a:ext uri="{FF2B5EF4-FFF2-40B4-BE49-F238E27FC236}">
                <a16:creationId xmlns:a16="http://schemas.microsoft.com/office/drawing/2014/main" id="{424C4917-2BD8-31F1-791C-7778872202FE}"/>
              </a:ext>
            </a:extLst>
          </p:cNvPr>
          <p:cNvSpPr txBox="1"/>
          <p:nvPr/>
        </p:nvSpPr>
        <p:spPr>
          <a:xfrm>
            <a:off x="4103914" y="2476056"/>
            <a:ext cx="8088086" cy="1107996"/>
          </a:xfrm>
          <a:prstGeom prst="rect">
            <a:avLst/>
          </a:prstGeom>
          <a:noFill/>
        </p:spPr>
        <p:txBody>
          <a:bodyPr wrap="square">
            <a:spAutoFit/>
          </a:bodyPr>
          <a:lstStyle/>
          <a:p>
            <a:pPr algn="l"/>
            <a:r>
              <a:rPr lang="en-US" sz="2200" b="1" dirty="0">
                <a:solidFill>
                  <a:srgbClr val="374151"/>
                </a:solidFill>
                <a:latin typeface="Nunito"/>
                <a:ea typeface="+mn-lt"/>
                <a:cs typeface="+mn-lt"/>
              </a:rPr>
              <a:t>When p =1 </a:t>
            </a:r>
            <a:r>
              <a:rPr lang="en-US" sz="2200" b="1" dirty="0" err="1">
                <a:solidFill>
                  <a:srgbClr val="374151"/>
                </a:solidFill>
                <a:latin typeface="Nunito"/>
                <a:ea typeface="+mn-lt"/>
                <a:cs typeface="+mn-lt"/>
              </a:rPr>
              <a:t>Minkowski</a:t>
            </a:r>
            <a:r>
              <a:rPr lang="en-US" sz="2200" b="1" dirty="0">
                <a:solidFill>
                  <a:srgbClr val="374151"/>
                </a:solidFill>
                <a:latin typeface="Nunito"/>
                <a:ea typeface="+mn-lt"/>
                <a:cs typeface="+mn-lt"/>
              </a:rPr>
              <a:t> has become Manhattan distance.</a:t>
            </a:r>
          </a:p>
          <a:p>
            <a:pPr algn="l"/>
            <a:r>
              <a:rPr lang="en-US" sz="2200" b="1" dirty="0">
                <a:solidFill>
                  <a:srgbClr val="374151"/>
                </a:solidFill>
                <a:latin typeface="Nunito"/>
                <a:ea typeface="+mn-lt"/>
                <a:cs typeface="+mn-lt"/>
              </a:rPr>
              <a:t>When p =2 </a:t>
            </a:r>
            <a:r>
              <a:rPr lang="en-US" sz="2200" b="1" dirty="0" err="1">
                <a:solidFill>
                  <a:srgbClr val="374151"/>
                </a:solidFill>
                <a:latin typeface="Nunito"/>
                <a:ea typeface="+mn-lt"/>
                <a:cs typeface="+mn-lt"/>
              </a:rPr>
              <a:t>Minkowski</a:t>
            </a:r>
            <a:r>
              <a:rPr lang="en-US" sz="2200" b="1" dirty="0">
                <a:solidFill>
                  <a:srgbClr val="374151"/>
                </a:solidFill>
                <a:latin typeface="Nunito"/>
                <a:ea typeface="+mn-lt"/>
                <a:cs typeface="+mn-lt"/>
              </a:rPr>
              <a:t> has become Euclidean distance.</a:t>
            </a:r>
          </a:p>
          <a:p>
            <a:pPr algn="l"/>
            <a:r>
              <a:rPr lang="en-US" sz="2200" b="1" dirty="0">
                <a:solidFill>
                  <a:srgbClr val="374151"/>
                </a:solidFill>
                <a:latin typeface="Nunito"/>
                <a:ea typeface="+mn-lt"/>
                <a:cs typeface="+mn-lt"/>
              </a:rPr>
              <a:t>When p = ∞ </a:t>
            </a:r>
            <a:r>
              <a:rPr lang="en-US" sz="2200" b="1" dirty="0" err="1">
                <a:solidFill>
                  <a:srgbClr val="374151"/>
                </a:solidFill>
                <a:latin typeface="Nunito"/>
                <a:ea typeface="+mn-lt"/>
                <a:cs typeface="+mn-lt"/>
              </a:rPr>
              <a:t>Minkowski</a:t>
            </a:r>
            <a:r>
              <a:rPr lang="en-US" sz="2200" b="1" dirty="0">
                <a:solidFill>
                  <a:srgbClr val="374151"/>
                </a:solidFill>
                <a:latin typeface="Nunito"/>
                <a:ea typeface="+mn-lt"/>
                <a:cs typeface="+mn-lt"/>
              </a:rPr>
              <a:t> has become Chebyshev distance.</a:t>
            </a:r>
            <a:endParaRPr lang="en-US" sz="2200" dirty="0">
              <a:solidFill>
                <a:srgbClr val="374151"/>
              </a:solidFill>
              <a:latin typeface="Nunito"/>
              <a:ea typeface="+mn-lt"/>
              <a:cs typeface="+mn-lt"/>
            </a:endParaRPr>
          </a:p>
        </p:txBody>
      </p:sp>
      <p:pic>
        <p:nvPicPr>
          <p:cNvPr id="4" name="Picture 3">
            <a:extLst>
              <a:ext uri="{FF2B5EF4-FFF2-40B4-BE49-F238E27FC236}">
                <a16:creationId xmlns:a16="http://schemas.microsoft.com/office/drawing/2014/main" id="{E94CAF0D-6D2F-EED9-C23D-4FEBDC9B2803}"/>
              </a:ext>
            </a:extLst>
          </p:cNvPr>
          <p:cNvPicPr>
            <a:picLocks noChangeAspect="1"/>
          </p:cNvPicPr>
          <p:nvPr/>
        </p:nvPicPr>
        <p:blipFill>
          <a:blip r:embed="rId3"/>
          <a:stretch>
            <a:fillRect/>
          </a:stretch>
        </p:blipFill>
        <p:spPr>
          <a:xfrm>
            <a:off x="675125" y="2058665"/>
            <a:ext cx="2806844" cy="609631"/>
          </a:xfrm>
          <a:prstGeom prst="rect">
            <a:avLst/>
          </a:prstGeom>
        </p:spPr>
      </p:pic>
      <p:pic>
        <p:nvPicPr>
          <p:cNvPr id="10" name="Picture 9">
            <a:extLst>
              <a:ext uri="{FF2B5EF4-FFF2-40B4-BE49-F238E27FC236}">
                <a16:creationId xmlns:a16="http://schemas.microsoft.com/office/drawing/2014/main" id="{0E949C41-88B3-E396-356E-D159179DD8C7}"/>
              </a:ext>
            </a:extLst>
          </p:cNvPr>
          <p:cNvPicPr>
            <a:picLocks noChangeAspect="1"/>
          </p:cNvPicPr>
          <p:nvPr/>
        </p:nvPicPr>
        <p:blipFill>
          <a:blip r:embed="rId4"/>
          <a:stretch>
            <a:fillRect/>
          </a:stretch>
        </p:blipFill>
        <p:spPr>
          <a:xfrm>
            <a:off x="960337" y="3671138"/>
            <a:ext cx="6287153" cy="1897789"/>
          </a:xfrm>
          <a:prstGeom prst="rect">
            <a:avLst/>
          </a:prstGeom>
        </p:spPr>
      </p:pic>
    </p:spTree>
    <p:extLst>
      <p:ext uri="{BB962C8B-B14F-4D97-AF65-F5344CB8AC3E}">
        <p14:creationId xmlns:p14="http://schemas.microsoft.com/office/powerpoint/2010/main" val="861453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TextBox 4">
            <a:extLst>
              <a:ext uri="{FF2B5EF4-FFF2-40B4-BE49-F238E27FC236}">
                <a16:creationId xmlns:a16="http://schemas.microsoft.com/office/drawing/2014/main" id="{1F27EF95-2CE3-2029-CBBB-8EDC20D17D12}"/>
              </a:ext>
            </a:extLst>
          </p:cNvPr>
          <p:cNvSpPr txBox="1"/>
          <p:nvPr/>
        </p:nvSpPr>
        <p:spPr>
          <a:xfrm>
            <a:off x="609598" y="1055823"/>
            <a:ext cx="11495316" cy="1477328"/>
          </a:xfrm>
          <a:prstGeom prst="rect">
            <a:avLst/>
          </a:prstGeom>
          <a:noFill/>
        </p:spPr>
        <p:txBody>
          <a:bodyPr wrap="square">
            <a:spAutoFit/>
          </a:bodyPr>
          <a:lstStyle/>
          <a:p>
            <a:pPr algn="l"/>
            <a:r>
              <a:rPr lang="en-US" sz="1800" b="1" i="0" u="none" strike="noStrike" baseline="0" dirty="0" err="1">
                <a:latin typeface="Arial-BoldMT"/>
              </a:rPr>
              <a:t>Mahalanobis</a:t>
            </a:r>
            <a:r>
              <a:rPr lang="en-US" sz="1800" b="1" i="0" u="none" strike="noStrike" baseline="0" dirty="0">
                <a:latin typeface="Arial-BoldMT"/>
              </a:rPr>
              <a:t> Distance-</a:t>
            </a:r>
          </a:p>
          <a:p>
            <a:pPr algn="l"/>
            <a:r>
              <a:rPr lang="en-US" sz="1800" b="0" i="0" u="none" strike="noStrike" baseline="0" dirty="0">
                <a:latin typeface="ArialMT"/>
              </a:rPr>
              <a:t>This distance measure is used to calculate the distance between two points in multivariate space.</a:t>
            </a:r>
          </a:p>
          <a:p>
            <a:pPr algn="l"/>
            <a:r>
              <a:rPr lang="en-US" sz="1800" b="0" i="0" u="none" strike="noStrike" baseline="0" dirty="0">
                <a:latin typeface="ArialMT"/>
              </a:rPr>
              <a:t>The idea is to calculate the distance of a point P from any distribution D in terms of standard deviation</a:t>
            </a:r>
          </a:p>
          <a:p>
            <a:pPr algn="l"/>
            <a:r>
              <a:rPr lang="en-US" sz="1800" b="0" i="0" u="none" strike="noStrike" baseline="0" dirty="0">
                <a:latin typeface="ArialMT"/>
              </a:rPr>
              <a:t>and mean of distribution D. The main advantage of </a:t>
            </a:r>
            <a:r>
              <a:rPr lang="en-US" sz="1800" b="0" i="0" u="none" strike="noStrike" baseline="0" dirty="0" err="1">
                <a:latin typeface="ArialMT"/>
              </a:rPr>
              <a:t>mahalanobis</a:t>
            </a:r>
            <a:r>
              <a:rPr lang="en-US" sz="1800" b="0" i="0" u="none" strike="noStrike" baseline="0" dirty="0">
                <a:latin typeface="ArialMT"/>
              </a:rPr>
              <a:t> distance is that it includes the covariance</a:t>
            </a:r>
          </a:p>
          <a:p>
            <a:pPr algn="l"/>
            <a:r>
              <a:rPr lang="en-US" sz="1800" b="0" i="0" u="none" strike="noStrike" baseline="0" dirty="0">
                <a:latin typeface="ArialMT"/>
              </a:rPr>
              <a:t>of distribution to measure the similarity between two points. The distance equation is given by:</a:t>
            </a:r>
            <a:endParaRPr lang="en-US" sz="2200" dirty="0">
              <a:solidFill>
                <a:srgbClr val="374151"/>
              </a:solidFill>
              <a:latin typeface="Nunito"/>
              <a:ea typeface="+mn-lt"/>
              <a:cs typeface="+mn-lt"/>
            </a:endParaRPr>
          </a:p>
        </p:txBody>
      </p:sp>
      <p:pic>
        <p:nvPicPr>
          <p:cNvPr id="3" name="Picture 2">
            <a:extLst>
              <a:ext uri="{FF2B5EF4-FFF2-40B4-BE49-F238E27FC236}">
                <a16:creationId xmlns:a16="http://schemas.microsoft.com/office/drawing/2014/main" id="{AB2501E5-E105-909C-0F3B-F62B844A979B}"/>
              </a:ext>
            </a:extLst>
          </p:cNvPr>
          <p:cNvPicPr>
            <a:picLocks noChangeAspect="1"/>
          </p:cNvPicPr>
          <p:nvPr/>
        </p:nvPicPr>
        <p:blipFill>
          <a:blip r:embed="rId3"/>
          <a:stretch>
            <a:fillRect/>
          </a:stretch>
        </p:blipFill>
        <p:spPr>
          <a:xfrm>
            <a:off x="609598" y="2558763"/>
            <a:ext cx="3130711" cy="406421"/>
          </a:xfrm>
          <a:prstGeom prst="rect">
            <a:avLst/>
          </a:prstGeom>
        </p:spPr>
      </p:pic>
      <p:sp>
        <p:nvSpPr>
          <p:cNvPr id="11" name="TextBox 10">
            <a:extLst>
              <a:ext uri="{FF2B5EF4-FFF2-40B4-BE49-F238E27FC236}">
                <a16:creationId xmlns:a16="http://schemas.microsoft.com/office/drawing/2014/main" id="{32C40472-8CA6-F3B7-1942-BEA6467DB1F4}"/>
              </a:ext>
            </a:extLst>
          </p:cNvPr>
          <p:cNvSpPr txBox="1"/>
          <p:nvPr/>
        </p:nvSpPr>
        <p:spPr>
          <a:xfrm>
            <a:off x="609598" y="3131795"/>
            <a:ext cx="10896602" cy="1200329"/>
          </a:xfrm>
          <a:prstGeom prst="rect">
            <a:avLst/>
          </a:prstGeom>
          <a:noFill/>
        </p:spPr>
        <p:txBody>
          <a:bodyPr wrap="square">
            <a:spAutoFit/>
          </a:bodyPr>
          <a:lstStyle/>
          <a:p>
            <a:pPr algn="l"/>
            <a:r>
              <a:rPr lang="en-US" sz="1800" b="0" i="0" u="none" strike="noStrike" baseline="0" dirty="0">
                <a:latin typeface="ArialMT"/>
              </a:rPr>
              <a:t>Where P and Q are two random vectors of same distribution and S is covariance matrix.</a:t>
            </a:r>
          </a:p>
          <a:p>
            <a:pPr algn="l"/>
            <a:r>
              <a:rPr lang="en-US" sz="1800" b="1" i="0" u="none" strike="noStrike" baseline="0" dirty="0">
                <a:latin typeface="Arial-BoldMT"/>
              </a:rPr>
              <a:t>NOTE: </a:t>
            </a:r>
            <a:r>
              <a:rPr lang="en-US" sz="1800" b="0" i="0" u="none" strike="noStrike" baseline="0" dirty="0">
                <a:latin typeface="ArialMT"/>
              </a:rPr>
              <a:t>Most widely used distance measure is Euclidean distance, But all the distances have their</a:t>
            </a:r>
          </a:p>
          <a:p>
            <a:pPr algn="l"/>
            <a:r>
              <a:rPr lang="en-US" sz="1800" b="0" i="0" u="none" strike="noStrike" baseline="0" dirty="0">
                <a:latin typeface="ArialMT"/>
              </a:rPr>
              <a:t>respective purpose and importance. One cannot say or claim that only one distance measure</a:t>
            </a:r>
          </a:p>
          <a:p>
            <a:pPr algn="l"/>
            <a:r>
              <a:rPr lang="en-US" sz="1800" b="0" i="0" u="none" strike="noStrike" baseline="0" dirty="0">
                <a:latin typeface="ArialMT"/>
              </a:rPr>
              <a:t>is always accurate.</a:t>
            </a:r>
            <a:endParaRPr lang="en-US" dirty="0"/>
          </a:p>
        </p:txBody>
      </p:sp>
    </p:spTree>
    <p:extLst>
      <p:ext uri="{BB962C8B-B14F-4D97-AF65-F5344CB8AC3E}">
        <p14:creationId xmlns:p14="http://schemas.microsoft.com/office/powerpoint/2010/main" val="3455456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TextBox 4">
            <a:extLst>
              <a:ext uri="{FF2B5EF4-FFF2-40B4-BE49-F238E27FC236}">
                <a16:creationId xmlns:a16="http://schemas.microsoft.com/office/drawing/2014/main" id="{1F27EF95-2CE3-2029-CBBB-8EDC20D17D12}"/>
              </a:ext>
            </a:extLst>
          </p:cNvPr>
          <p:cNvSpPr txBox="1"/>
          <p:nvPr/>
        </p:nvSpPr>
        <p:spPr>
          <a:xfrm>
            <a:off x="609598" y="1055823"/>
            <a:ext cx="11495316" cy="2308324"/>
          </a:xfrm>
          <a:prstGeom prst="rect">
            <a:avLst/>
          </a:prstGeom>
          <a:noFill/>
        </p:spPr>
        <p:txBody>
          <a:bodyPr wrap="square">
            <a:spAutoFit/>
          </a:bodyPr>
          <a:lstStyle/>
          <a:p>
            <a:pPr algn="l"/>
            <a:r>
              <a:rPr lang="en-US" sz="1800" b="1" i="0" u="none" strike="noStrike" baseline="0" dirty="0">
                <a:solidFill>
                  <a:srgbClr val="000000"/>
                </a:solidFill>
                <a:latin typeface="Arial-BoldMT"/>
              </a:rPr>
              <a:t>Working of K-means Clustering- </a:t>
            </a:r>
            <a:r>
              <a:rPr lang="en-US" sz="1800" b="0" i="0" u="none" strike="noStrike" baseline="0" dirty="0">
                <a:solidFill>
                  <a:srgbClr val="000000"/>
                </a:solidFill>
                <a:latin typeface="ArialMT"/>
              </a:rPr>
              <a:t>The working of k-means clustering can be summarized as:</a:t>
            </a:r>
          </a:p>
          <a:p>
            <a:pPr algn="l"/>
            <a:r>
              <a:rPr lang="en-US" sz="1800" b="0" i="0" u="none" strike="noStrike" baseline="0" dirty="0">
                <a:solidFill>
                  <a:srgbClr val="000000"/>
                </a:solidFill>
                <a:latin typeface="ArialMT"/>
              </a:rPr>
              <a:t>Step 1- Initialize the K random centroids or k points.(There can be two strategy for it.)</a:t>
            </a:r>
          </a:p>
          <a:p>
            <a:pPr algn="l"/>
            <a:r>
              <a:rPr lang="en-US" sz="1800" b="0" i="0" u="none" strike="noStrike" baseline="0" dirty="0">
                <a:solidFill>
                  <a:srgbClr val="000000"/>
                </a:solidFill>
                <a:latin typeface="ArialMT"/>
              </a:rPr>
              <a:t>	</a:t>
            </a:r>
            <a:r>
              <a:rPr lang="en-US" sz="1800" b="0" i="0" u="none" strike="noStrike" baseline="0" dirty="0" err="1">
                <a:solidFill>
                  <a:srgbClr val="000000"/>
                </a:solidFill>
                <a:latin typeface="ArialMT"/>
              </a:rPr>
              <a:t>i</a:t>
            </a:r>
            <a:r>
              <a:rPr lang="en-US" sz="1800" b="0" i="0" u="none" strike="noStrike" baseline="0" dirty="0">
                <a:solidFill>
                  <a:srgbClr val="000000"/>
                </a:solidFill>
                <a:latin typeface="ArialMT"/>
              </a:rPr>
              <a:t>. Pick random data points and consider those as starting points.</a:t>
            </a:r>
          </a:p>
          <a:p>
            <a:pPr algn="l"/>
            <a:r>
              <a:rPr lang="en-US" sz="1800" b="0" i="0" u="none" strike="noStrike" baseline="0" dirty="0">
                <a:solidFill>
                  <a:srgbClr val="000000"/>
                </a:solidFill>
                <a:latin typeface="ArialMT"/>
              </a:rPr>
              <a:t>	ii. Choose K random values for each particular variable.</a:t>
            </a:r>
          </a:p>
          <a:p>
            <a:pPr algn="l"/>
            <a:r>
              <a:rPr lang="en-US" sz="1800" b="0" i="0" u="none" strike="noStrike" baseline="0" dirty="0">
                <a:solidFill>
                  <a:srgbClr val="000000"/>
                </a:solidFill>
                <a:latin typeface="ArialMT"/>
              </a:rPr>
              <a:t>Step 2- For each data point calculate the distance of it from randomly chosen K centroid </a:t>
            </a:r>
            <a:r>
              <a:rPr lang="en-US" sz="1800" b="0" i="0" u="none" strike="noStrike" baseline="0" dirty="0">
                <a:solidFill>
                  <a:srgbClr val="000000"/>
                </a:solidFill>
                <a:latin typeface="CambriaMath"/>
              </a:rPr>
              <a:t>𝐶' </a:t>
            </a:r>
            <a:r>
              <a:rPr lang="en-US" sz="1800" b="0" i="0" u="none" strike="noStrike" baseline="0" dirty="0">
                <a:solidFill>
                  <a:srgbClr val="000000"/>
                </a:solidFill>
                <a:latin typeface="ArialMT"/>
              </a:rPr>
              <a:t>and assign</a:t>
            </a:r>
          </a:p>
          <a:p>
            <a:pPr algn="l"/>
            <a:r>
              <a:rPr lang="en-US" sz="1800" b="0" i="0" u="none" strike="noStrike" baseline="0" dirty="0">
                <a:solidFill>
                  <a:srgbClr val="000000"/>
                </a:solidFill>
                <a:latin typeface="ArialMT"/>
              </a:rPr>
              <a:t>each point to minimum distance cluster.</a:t>
            </a:r>
            <a:endParaRPr lang="en-US" sz="1800" b="0" i="0" u="none" strike="noStrike" baseline="0" dirty="0">
              <a:solidFill>
                <a:srgbClr val="666666"/>
              </a:solidFill>
              <a:latin typeface="HelveticaNeue"/>
            </a:endParaRPr>
          </a:p>
          <a:p>
            <a:pPr algn="l"/>
            <a:r>
              <a:rPr lang="en-US" sz="1800" b="0" i="0" u="none" strike="noStrike" baseline="0" dirty="0">
                <a:solidFill>
                  <a:srgbClr val="000000"/>
                </a:solidFill>
                <a:latin typeface="ArialMT"/>
              </a:rPr>
              <a:t>Step 3- Update the centroid by using newly assigned data points to the cluster by calculating the</a:t>
            </a:r>
          </a:p>
          <a:p>
            <a:pPr algn="l"/>
            <a:r>
              <a:rPr lang="en-US" sz="1800" b="0" i="0" u="none" strike="noStrike" baseline="0" dirty="0">
                <a:solidFill>
                  <a:srgbClr val="000000"/>
                </a:solidFill>
                <a:latin typeface="ArialMT"/>
              </a:rPr>
              <a:t>average of data points.</a:t>
            </a:r>
            <a:endParaRPr lang="en-US" sz="2200" dirty="0">
              <a:solidFill>
                <a:srgbClr val="374151"/>
              </a:solidFill>
              <a:latin typeface="Nunito"/>
              <a:ea typeface="+mn-lt"/>
              <a:cs typeface="+mn-lt"/>
            </a:endParaRPr>
          </a:p>
        </p:txBody>
      </p:sp>
      <p:pic>
        <p:nvPicPr>
          <p:cNvPr id="4" name="Picture 3">
            <a:extLst>
              <a:ext uri="{FF2B5EF4-FFF2-40B4-BE49-F238E27FC236}">
                <a16:creationId xmlns:a16="http://schemas.microsoft.com/office/drawing/2014/main" id="{9E9C489D-668D-CA35-AE0D-7AA504EBF233}"/>
              </a:ext>
            </a:extLst>
          </p:cNvPr>
          <p:cNvPicPr>
            <a:picLocks noChangeAspect="1"/>
          </p:cNvPicPr>
          <p:nvPr/>
        </p:nvPicPr>
        <p:blipFill>
          <a:blip r:embed="rId3"/>
          <a:stretch>
            <a:fillRect/>
          </a:stretch>
        </p:blipFill>
        <p:spPr>
          <a:xfrm>
            <a:off x="2429623" y="3397265"/>
            <a:ext cx="6178868" cy="1111307"/>
          </a:xfrm>
          <a:prstGeom prst="rect">
            <a:avLst/>
          </a:prstGeom>
        </p:spPr>
      </p:pic>
      <p:sp>
        <p:nvSpPr>
          <p:cNvPr id="7" name="TextBox 6">
            <a:extLst>
              <a:ext uri="{FF2B5EF4-FFF2-40B4-BE49-F238E27FC236}">
                <a16:creationId xmlns:a16="http://schemas.microsoft.com/office/drawing/2014/main" id="{F4710ABB-4287-F9DD-4906-E667BF31DB2C}"/>
              </a:ext>
            </a:extLst>
          </p:cNvPr>
          <p:cNvSpPr txBox="1"/>
          <p:nvPr/>
        </p:nvSpPr>
        <p:spPr>
          <a:xfrm>
            <a:off x="532269" y="4508572"/>
            <a:ext cx="11397343" cy="1200329"/>
          </a:xfrm>
          <a:prstGeom prst="rect">
            <a:avLst/>
          </a:prstGeom>
          <a:noFill/>
        </p:spPr>
        <p:txBody>
          <a:bodyPr wrap="square">
            <a:spAutoFit/>
          </a:bodyPr>
          <a:lstStyle/>
          <a:p>
            <a:pPr algn="l"/>
            <a:r>
              <a:rPr lang="en-US" sz="1800" b="0" i="0" u="none" strike="noStrike" baseline="0" dirty="0">
                <a:latin typeface="ArialMT"/>
              </a:rPr>
              <a:t>Step 4- Repeat the above process for a given no. of iterations or until the centroid allocation no longer</a:t>
            </a:r>
          </a:p>
          <a:p>
            <a:pPr algn="l"/>
            <a:r>
              <a:rPr lang="en-US" sz="1800" b="0" i="0" u="none" strike="noStrike" baseline="0" dirty="0">
                <a:latin typeface="ArialMT"/>
              </a:rPr>
              <a:t>changes.</a:t>
            </a:r>
          </a:p>
          <a:p>
            <a:pPr algn="l"/>
            <a:r>
              <a:rPr lang="en-US" sz="1800" b="0" i="0" u="none" strike="noStrike" baseline="0" dirty="0">
                <a:latin typeface="ArialMT"/>
              </a:rPr>
              <a:t>The algorithm is said to be converged once there are no more changes in the values of centroids.</a:t>
            </a:r>
          </a:p>
          <a:p>
            <a:pPr algn="l"/>
            <a:r>
              <a:rPr lang="en-US" sz="1800" b="0" i="0" u="none" strike="noStrike" baseline="0" dirty="0">
                <a:latin typeface="ArialMT"/>
              </a:rPr>
              <a:t>Following figure is showing the above stated process of k-means clustering.</a:t>
            </a:r>
            <a:endParaRPr lang="en-US" dirty="0"/>
          </a:p>
        </p:txBody>
      </p:sp>
    </p:spTree>
    <p:extLst>
      <p:ext uri="{BB962C8B-B14F-4D97-AF65-F5344CB8AC3E}">
        <p14:creationId xmlns:p14="http://schemas.microsoft.com/office/powerpoint/2010/main" val="1652304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3" name="Picture 2">
            <a:extLst>
              <a:ext uri="{FF2B5EF4-FFF2-40B4-BE49-F238E27FC236}">
                <a16:creationId xmlns:a16="http://schemas.microsoft.com/office/drawing/2014/main" id="{5A35FEB6-CBD8-B87C-6A37-49C25E2C9F47}"/>
              </a:ext>
            </a:extLst>
          </p:cNvPr>
          <p:cNvPicPr>
            <a:picLocks noChangeAspect="1"/>
          </p:cNvPicPr>
          <p:nvPr/>
        </p:nvPicPr>
        <p:blipFill>
          <a:blip r:embed="rId3"/>
          <a:stretch>
            <a:fillRect/>
          </a:stretch>
        </p:blipFill>
        <p:spPr>
          <a:xfrm>
            <a:off x="496023" y="1030211"/>
            <a:ext cx="7150467" cy="2692538"/>
          </a:xfrm>
          <a:prstGeom prst="rect">
            <a:avLst/>
          </a:prstGeom>
        </p:spPr>
      </p:pic>
      <p:pic>
        <p:nvPicPr>
          <p:cNvPr id="10" name="Picture 9">
            <a:extLst>
              <a:ext uri="{FF2B5EF4-FFF2-40B4-BE49-F238E27FC236}">
                <a16:creationId xmlns:a16="http://schemas.microsoft.com/office/drawing/2014/main" id="{5574CB6E-8434-155E-E0B5-313DADA1C27B}"/>
              </a:ext>
            </a:extLst>
          </p:cNvPr>
          <p:cNvPicPr>
            <a:picLocks noChangeAspect="1"/>
          </p:cNvPicPr>
          <p:nvPr/>
        </p:nvPicPr>
        <p:blipFill>
          <a:blip r:embed="rId4"/>
          <a:stretch>
            <a:fillRect/>
          </a:stretch>
        </p:blipFill>
        <p:spPr>
          <a:xfrm>
            <a:off x="769087" y="3866765"/>
            <a:ext cx="6877403" cy="2654436"/>
          </a:xfrm>
          <a:prstGeom prst="rect">
            <a:avLst/>
          </a:prstGeom>
        </p:spPr>
      </p:pic>
    </p:spTree>
    <p:extLst>
      <p:ext uri="{BB962C8B-B14F-4D97-AF65-F5344CB8AC3E}">
        <p14:creationId xmlns:p14="http://schemas.microsoft.com/office/powerpoint/2010/main" val="1375368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 name="TextBox 3">
            <a:extLst>
              <a:ext uri="{FF2B5EF4-FFF2-40B4-BE49-F238E27FC236}">
                <a16:creationId xmlns:a16="http://schemas.microsoft.com/office/drawing/2014/main" id="{24D5B445-C525-08B1-FE53-E689FE92602E}"/>
              </a:ext>
            </a:extLst>
          </p:cNvPr>
          <p:cNvSpPr txBox="1"/>
          <p:nvPr/>
        </p:nvSpPr>
        <p:spPr>
          <a:xfrm>
            <a:off x="587828" y="1130664"/>
            <a:ext cx="11440885" cy="1200329"/>
          </a:xfrm>
          <a:prstGeom prst="rect">
            <a:avLst/>
          </a:prstGeom>
          <a:noFill/>
        </p:spPr>
        <p:txBody>
          <a:bodyPr wrap="square">
            <a:spAutoFit/>
          </a:bodyPr>
          <a:lstStyle/>
          <a:p>
            <a:pPr algn="l"/>
            <a:r>
              <a:rPr lang="en-US" sz="1800" b="1" i="0" u="none" strike="noStrike" baseline="0" dirty="0">
                <a:latin typeface="Arial-BoldMT"/>
              </a:rPr>
              <a:t>Objective of clustering-</a:t>
            </a:r>
          </a:p>
          <a:p>
            <a:pPr algn="l"/>
            <a:r>
              <a:rPr lang="en-US" sz="1800" b="0" i="0" u="none" strike="noStrike" baseline="0" dirty="0">
                <a:latin typeface="ArialMT"/>
              </a:rPr>
              <a:t>The objective of clustering is to minimize the distance between data points and its centroid, which can</a:t>
            </a:r>
          </a:p>
          <a:p>
            <a:pPr algn="l"/>
            <a:r>
              <a:rPr lang="en-US" sz="1800" b="0" i="0" u="none" strike="noStrike" baseline="0" dirty="0">
                <a:latin typeface="ArialMT"/>
              </a:rPr>
              <a:t>also be expressed as square error term defined as:</a:t>
            </a:r>
          </a:p>
          <a:p>
            <a:pPr algn="l"/>
            <a:endParaRPr lang="en-US" dirty="0"/>
          </a:p>
        </p:txBody>
      </p:sp>
      <p:sp>
        <p:nvSpPr>
          <p:cNvPr id="13" name="TextBox 12">
            <a:extLst>
              <a:ext uri="{FF2B5EF4-FFF2-40B4-BE49-F238E27FC236}">
                <a16:creationId xmlns:a16="http://schemas.microsoft.com/office/drawing/2014/main" id="{64A77996-8F9F-08D0-CD95-BA1AF3FA7127}"/>
              </a:ext>
            </a:extLst>
          </p:cNvPr>
          <p:cNvSpPr txBox="1"/>
          <p:nvPr/>
        </p:nvSpPr>
        <p:spPr>
          <a:xfrm>
            <a:off x="433968" y="2068009"/>
            <a:ext cx="11495643" cy="1477328"/>
          </a:xfrm>
          <a:prstGeom prst="rect">
            <a:avLst/>
          </a:prstGeom>
          <a:noFill/>
        </p:spPr>
        <p:txBody>
          <a:bodyPr wrap="square">
            <a:spAutoFit/>
          </a:bodyPr>
          <a:lstStyle/>
          <a:p>
            <a:pPr algn="l"/>
            <a:r>
              <a:rPr lang="en-US" sz="1800" b="1" i="0" u="none" strike="noStrike" baseline="0" dirty="0">
                <a:latin typeface="Arial-BoldMT"/>
              </a:rPr>
              <a:t>Choosing No. of Clusters( value of k)-</a:t>
            </a:r>
          </a:p>
          <a:p>
            <a:pPr algn="l"/>
            <a:r>
              <a:rPr lang="en-US" sz="1800" b="0" i="0" u="none" strike="noStrike" baseline="0" dirty="0">
                <a:latin typeface="ArialMT"/>
              </a:rPr>
              <a:t>Basically, there is no such method for define the exact value of </a:t>
            </a:r>
            <a:r>
              <a:rPr lang="en-US" sz="1800" b="1" i="0" u="none" strike="noStrike" baseline="0" dirty="0">
                <a:latin typeface="Arial-BoldMT"/>
              </a:rPr>
              <a:t>k</a:t>
            </a:r>
            <a:r>
              <a:rPr lang="en-US" sz="1800" b="0" i="0" u="none" strike="noStrike" baseline="0" dirty="0">
                <a:latin typeface="ArialMT"/>
              </a:rPr>
              <a:t>, but there is quick rule of thumb</a:t>
            </a:r>
          </a:p>
          <a:p>
            <a:pPr algn="l"/>
            <a:r>
              <a:rPr lang="en-US" sz="1800" b="0" i="0" u="none" strike="noStrike" baseline="0" dirty="0">
                <a:latin typeface="ArialMT"/>
              </a:rPr>
              <a:t>which can be used as heuristic to get the maximum number of clusters as </a:t>
            </a:r>
          </a:p>
          <a:p>
            <a:pPr algn="l"/>
            <a:endParaRPr lang="en-US" dirty="0">
              <a:latin typeface="ArialMT"/>
            </a:endParaRPr>
          </a:p>
          <a:p>
            <a:pPr algn="l"/>
            <a:r>
              <a:rPr lang="en-US" sz="1800" b="0" i="0" u="none" strike="noStrike" baseline="0" dirty="0">
                <a:latin typeface="ArialMT"/>
              </a:rPr>
              <a:t>where N= no. of data points. For example, take N=200 data points, then no. of clusters will be:</a:t>
            </a:r>
            <a:endParaRPr lang="en-US" dirty="0"/>
          </a:p>
        </p:txBody>
      </p:sp>
      <p:pic>
        <p:nvPicPr>
          <p:cNvPr id="15" name="Picture 14">
            <a:extLst>
              <a:ext uri="{FF2B5EF4-FFF2-40B4-BE49-F238E27FC236}">
                <a16:creationId xmlns:a16="http://schemas.microsoft.com/office/drawing/2014/main" id="{CF387F91-1753-C79F-1B3F-3DAC3C6E6248}"/>
              </a:ext>
            </a:extLst>
          </p:cNvPr>
          <p:cNvPicPr>
            <a:picLocks noChangeAspect="1"/>
          </p:cNvPicPr>
          <p:nvPr/>
        </p:nvPicPr>
        <p:blipFill>
          <a:blip r:embed="rId3"/>
          <a:stretch>
            <a:fillRect/>
          </a:stretch>
        </p:blipFill>
        <p:spPr>
          <a:xfrm>
            <a:off x="380999" y="3540248"/>
            <a:ext cx="2978303" cy="673135"/>
          </a:xfrm>
          <a:prstGeom prst="rect">
            <a:avLst/>
          </a:prstGeom>
        </p:spPr>
      </p:pic>
      <p:pic>
        <p:nvPicPr>
          <p:cNvPr id="17" name="Picture 16">
            <a:extLst>
              <a:ext uri="{FF2B5EF4-FFF2-40B4-BE49-F238E27FC236}">
                <a16:creationId xmlns:a16="http://schemas.microsoft.com/office/drawing/2014/main" id="{62A7D958-E22F-2487-C612-3E84CE108457}"/>
              </a:ext>
            </a:extLst>
          </p:cNvPr>
          <p:cNvPicPr>
            <a:picLocks noChangeAspect="1"/>
          </p:cNvPicPr>
          <p:nvPr/>
        </p:nvPicPr>
        <p:blipFill>
          <a:blip r:embed="rId4"/>
          <a:stretch>
            <a:fillRect/>
          </a:stretch>
        </p:blipFill>
        <p:spPr>
          <a:xfrm>
            <a:off x="8140041" y="2603462"/>
            <a:ext cx="615982" cy="406421"/>
          </a:xfrm>
          <a:prstGeom prst="rect">
            <a:avLst/>
          </a:prstGeom>
        </p:spPr>
      </p:pic>
      <p:sp>
        <p:nvSpPr>
          <p:cNvPr id="19" name="TextBox 18">
            <a:extLst>
              <a:ext uri="{FF2B5EF4-FFF2-40B4-BE49-F238E27FC236}">
                <a16:creationId xmlns:a16="http://schemas.microsoft.com/office/drawing/2014/main" id="{5CBAB52F-62DB-767B-B65B-3A928926285C}"/>
              </a:ext>
            </a:extLst>
          </p:cNvPr>
          <p:cNvSpPr txBox="1"/>
          <p:nvPr/>
        </p:nvSpPr>
        <p:spPr>
          <a:xfrm>
            <a:off x="380999" y="4213383"/>
            <a:ext cx="11811001" cy="2369880"/>
          </a:xfrm>
          <a:prstGeom prst="rect">
            <a:avLst/>
          </a:prstGeom>
          <a:noFill/>
        </p:spPr>
        <p:txBody>
          <a:bodyPr wrap="square">
            <a:spAutoFit/>
          </a:bodyPr>
          <a:lstStyle/>
          <a:p>
            <a:pPr algn="l"/>
            <a:r>
              <a:rPr lang="en-US" sz="1800" b="0" i="0" u="none" strike="noStrike" baseline="0" dirty="0">
                <a:latin typeface="ArialMT"/>
              </a:rPr>
              <a:t>Hence 10 clusters will be formed for 200 data points.</a:t>
            </a:r>
          </a:p>
          <a:p>
            <a:pPr algn="l"/>
            <a:r>
              <a:rPr lang="en-US" sz="1800" b="0" i="0" u="none" strike="noStrike" baseline="0" dirty="0">
                <a:latin typeface="ArialMT"/>
              </a:rPr>
              <a:t>There are some other techniques from which can be used to find the approximate or optimal value of </a:t>
            </a:r>
            <a:r>
              <a:rPr lang="en-US" sz="1800" b="1" i="0" u="none" strike="noStrike" baseline="0" dirty="0">
                <a:latin typeface="Arial-BoldMT"/>
              </a:rPr>
              <a:t>k</a:t>
            </a:r>
            <a:r>
              <a:rPr lang="en-US" sz="1800" b="0" i="0" u="none" strike="noStrike" baseline="0" dirty="0">
                <a:latin typeface="ArialMT"/>
              </a:rPr>
              <a:t>.</a:t>
            </a:r>
          </a:p>
          <a:p>
            <a:pPr algn="l"/>
            <a:r>
              <a:rPr lang="en-US" sz="1800" b="0" i="0" u="none" strike="noStrike" baseline="0" dirty="0">
                <a:latin typeface="ArialMT"/>
              </a:rPr>
              <a:t>These techniques includes:</a:t>
            </a:r>
          </a:p>
          <a:p>
            <a:pPr algn="l"/>
            <a:r>
              <a:rPr lang="en-US" sz="1800" b="0" i="0" u="none" strike="noStrike" baseline="0" dirty="0">
                <a:latin typeface="ArialMT"/>
              </a:rPr>
              <a:t>1. Elbow Method</a:t>
            </a:r>
          </a:p>
          <a:p>
            <a:pPr algn="l"/>
            <a:r>
              <a:rPr lang="en-US" sz="2000" b="0" i="0" u="none" strike="noStrike" baseline="0" dirty="0">
                <a:latin typeface="TimesNewRomanPSMT"/>
              </a:rPr>
              <a:t>2. </a:t>
            </a:r>
            <a:r>
              <a:rPr lang="en-US" sz="1800" b="0" i="0" u="none" strike="noStrike" baseline="0" dirty="0">
                <a:latin typeface="ArialMT"/>
              </a:rPr>
              <a:t>Silhouette method</a:t>
            </a:r>
          </a:p>
          <a:p>
            <a:pPr algn="l"/>
            <a:r>
              <a:rPr lang="en-US" sz="2000" b="0" i="0" u="none" strike="noStrike" baseline="0" dirty="0">
                <a:latin typeface="TimesNewRomanPSMT"/>
              </a:rPr>
              <a:t>3. </a:t>
            </a:r>
            <a:r>
              <a:rPr lang="en-US" sz="1800" b="0" i="0" u="none" strike="noStrike" baseline="0" dirty="0">
                <a:latin typeface="ArialMT"/>
              </a:rPr>
              <a:t>The information theoretic jump, the information criteria.</a:t>
            </a:r>
          </a:p>
          <a:p>
            <a:pPr algn="l"/>
            <a:r>
              <a:rPr lang="en-US" sz="1800" b="0" i="0" u="none" strike="noStrike" baseline="0" dirty="0">
                <a:latin typeface="ArialMT"/>
              </a:rPr>
              <a:t>This note will discuss the Elbow method (which is most popular) and Silhouette method to determine the</a:t>
            </a:r>
          </a:p>
          <a:p>
            <a:pPr algn="l"/>
            <a:r>
              <a:rPr lang="en-US" sz="1800" b="0" i="0" u="none" strike="noStrike" baseline="0" dirty="0">
                <a:latin typeface="ArialMT"/>
              </a:rPr>
              <a:t>optimal value of number of clusters</a:t>
            </a:r>
            <a:endParaRPr lang="en-US" dirty="0"/>
          </a:p>
        </p:txBody>
      </p:sp>
    </p:spTree>
    <p:extLst>
      <p:ext uri="{BB962C8B-B14F-4D97-AF65-F5344CB8AC3E}">
        <p14:creationId xmlns:p14="http://schemas.microsoft.com/office/powerpoint/2010/main" val="3682237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2872369" y="433105"/>
            <a:ext cx="606064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Methods of K Selection</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B44D20FF-9B64-EB45-50DB-385C350EC2D0}"/>
              </a:ext>
            </a:extLst>
          </p:cNvPr>
          <p:cNvSpPr txBox="1"/>
          <p:nvPr/>
        </p:nvSpPr>
        <p:spPr>
          <a:xfrm>
            <a:off x="341585" y="1340069"/>
            <a:ext cx="5559971" cy="46204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b="1" dirty="0">
                <a:latin typeface="Nunito"/>
              </a:rPr>
              <a:t>Elbow Method:</a:t>
            </a:r>
            <a:endParaRPr lang="en-US" sz="2200" dirty="0">
              <a:ea typeface="Calibri"/>
              <a:cs typeface="Calibri"/>
            </a:endParaRPr>
          </a:p>
          <a:p>
            <a:pPr>
              <a:lnSpc>
                <a:spcPct val="150000"/>
              </a:lnSpc>
            </a:pPr>
            <a:r>
              <a:rPr lang="en-US" sz="2200" dirty="0">
                <a:solidFill>
                  <a:srgbClr val="374151"/>
                </a:solidFill>
                <a:latin typeface="Nunito"/>
              </a:rPr>
              <a:t> The Elbow Method helps choose the optimal number of clusters (K) in K-Means.</a:t>
            </a:r>
          </a:p>
          <a:p>
            <a:pPr marL="285750" indent="-285750">
              <a:lnSpc>
                <a:spcPct val="150000"/>
              </a:lnSpc>
              <a:buFont typeface="Arial" panose="020B0604020202020204" pitchFamily="34" charset="0"/>
              <a:buChar char="•"/>
            </a:pPr>
            <a:r>
              <a:rPr lang="en-US" sz="2200" b="1" dirty="0">
                <a:solidFill>
                  <a:srgbClr val="374151"/>
                </a:solidFill>
                <a:latin typeface="Nunito"/>
              </a:rPr>
              <a:t>Usage:</a:t>
            </a:r>
            <a:r>
              <a:rPr lang="en-US" sz="2200" dirty="0">
                <a:solidFill>
                  <a:srgbClr val="374151"/>
                </a:solidFill>
                <a:latin typeface="Nunito"/>
              </a:rPr>
              <a:t> It involves running K-Means with different K values and plotting the sum of squared distances (inertia) for each K. The "elbow" point on the graph, where inertia starts to level off, is often the optimal K.</a:t>
            </a:r>
          </a:p>
        </p:txBody>
      </p:sp>
      <p:sp>
        <p:nvSpPr>
          <p:cNvPr id="5" name="TextBox 4">
            <a:extLst>
              <a:ext uri="{FF2B5EF4-FFF2-40B4-BE49-F238E27FC236}">
                <a16:creationId xmlns:a16="http://schemas.microsoft.com/office/drawing/2014/main" id="{B47B69D1-4DA5-1DB8-AAF6-F9BDF4BCE02A}"/>
              </a:ext>
            </a:extLst>
          </p:cNvPr>
          <p:cNvSpPr txBox="1"/>
          <p:nvPr/>
        </p:nvSpPr>
        <p:spPr>
          <a:xfrm>
            <a:off x="6264394" y="1341668"/>
            <a:ext cx="5806964" cy="51283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b="1" dirty="0">
                <a:latin typeface="Nunito"/>
              </a:rPr>
              <a:t>Silhouette Score:</a:t>
            </a:r>
            <a:endParaRPr lang="en-US" dirty="0">
              <a:ea typeface="Calibri"/>
              <a:cs typeface="Calibri"/>
            </a:endParaRPr>
          </a:p>
          <a:p>
            <a:pPr>
              <a:lnSpc>
                <a:spcPct val="150000"/>
              </a:lnSpc>
            </a:pPr>
            <a:r>
              <a:rPr lang="en-US" sz="2200" dirty="0">
                <a:solidFill>
                  <a:srgbClr val="374151"/>
                </a:solidFill>
                <a:latin typeface="Nunito"/>
              </a:rPr>
              <a:t> Silhouette Score evaluates the quality of clusters.</a:t>
            </a:r>
          </a:p>
          <a:p>
            <a:pPr marL="342900" indent="-342900">
              <a:lnSpc>
                <a:spcPct val="150000"/>
              </a:lnSpc>
              <a:buFont typeface="Arial" panose="020B0604020202020204" pitchFamily="34" charset="0"/>
              <a:buChar char="•"/>
            </a:pPr>
            <a:r>
              <a:rPr lang="en-US" sz="2200" b="1" dirty="0">
                <a:solidFill>
                  <a:srgbClr val="374151"/>
                </a:solidFill>
                <a:latin typeface="Nunito"/>
              </a:rPr>
              <a:t>Usage:</a:t>
            </a:r>
            <a:r>
              <a:rPr lang="en-US" sz="2200" dirty="0">
                <a:solidFill>
                  <a:srgbClr val="374151"/>
                </a:solidFill>
                <a:latin typeface="Nunito"/>
              </a:rPr>
              <a:t> It measures how similar data points are to their own cluster (cohesion) compared to other clusters (separation). A higher Silhouette Score indicates better clustering. It's calculated for various K values, and the K with the highest score is selected as optimal.</a:t>
            </a:r>
          </a:p>
        </p:txBody>
      </p:sp>
    </p:spTree>
    <p:extLst>
      <p:ext uri="{BB962C8B-B14F-4D97-AF65-F5344CB8AC3E}">
        <p14:creationId xmlns:p14="http://schemas.microsoft.com/office/powerpoint/2010/main" val="31465707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Elbow method-</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 name="TextBox 3">
            <a:extLst>
              <a:ext uri="{FF2B5EF4-FFF2-40B4-BE49-F238E27FC236}">
                <a16:creationId xmlns:a16="http://schemas.microsoft.com/office/drawing/2014/main" id="{24D5B445-C525-08B1-FE53-E689FE92602E}"/>
              </a:ext>
            </a:extLst>
          </p:cNvPr>
          <p:cNvSpPr txBox="1"/>
          <p:nvPr/>
        </p:nvSpPr>
        <p:spPr>
          <a:xfrm>
            <a:off x="587828" y="1130664"/>
            <a:ext cx="11440885" cy="1477328"/>
          </a:xfrm>
          <a:prstGeom prst="rect">
            <a:avLst/>
          </a:prstGeom>
          <a:noFill/>
        </p:spPr>
        <p:txBody>
          <a:bodyPr wrap="square">
            <a:spAutoFit/>
          </a:bodyPr>
          <a:lstStyle/>
          <a:p>
            <a:pPr algn="l"/>
            <a:r>
              <a:rPr lang="en-US" sz="1800" i="0" u="none" strike="noStrike" baseline="0" dirty="0">
                <a:latin typeface="Arial-BoldMT"/>
              </a:rPr>
              <a:t>It is most popular and well-known method to find the optimal no. of clusters or the value of k in</a:t>
            </a:r>
          </a:p>
          <a:p>
            <a:pPr algn="l"/>
            <a:r>
              <a:rPr lang="en-US" sz="1800" i="0" u="none" strike="noStrike" baseline="0" dirty="0">
                <a:latin typeface="Arial-BoldMT"/>
              </a:rPr>
              <a:t>the process of clustering. This method is based of plotting the value of cost function against different</a:t>
            </a:r>
          </a:p>
          <a:p>
            <a:pPr algn="l"/>
            <a:r>
              <a:rPr lang="en-US" sz="1800" i="0" u="none" strike="noStrike" baseline="0" dirty="0">
                <a:latin typeface="Arial-BoldMT"/>
              </a:rPr>
              <a:t>values of k. As the number of clusters (k) increase lesser number of points fall within clusters or around the centroids. Hence the average distortion decreases with the increase of number of clusters. The point where the distortion declines most is said to be the elbow point and define the optimal number of clusters for dataset.</a:t>
            </a:r>
            <a:endParaRPr lang="en-US" dirty="0"/>
          </a:p>
        </p:txBody>
      </p:sp>
      <p:pic>
        <p:nvPicPr>
          <p:cNvPr id="3" name="Picture 2">
            <a:extLst>
              <a:ext uri="{FF2B5EF4-FFF2-40B4-BE49-F238E27FC236}">
                <a16:creationId xmlns:a16="http://schemas.microsoft.com/office/drawing/2014/main" id="{339CA0D1-1E55-411A-4635-C850B32B2BDC}"/>
              </a:ext>
            </a:extLst>
          </p:cNvPr>
          <p:cNvPicPr>
            <a:picLocks noChangeAspect="1"/>
          </p:cNvPicPr>
          <p:nvPr/>
        </p:nvPicPr>
        <p:blipFill>
          <a:blip r:embed="rId3"/>
          <a:stretch>
            <a:fillRect/>
          </a:stretch>
        </p:blipFill>
        <p:spPr>
          <a:xfrm>
            <a:off x="392987" y="3025964"/>
            <a:ext cx="4352081" cy="2934182"/>
          </a:xfrm>
          <a:prstGeom prst="rect">
            <a:avLst/>
          </a:prstGeom>
        </p:spPr>
      </p:pic>
      <p:sp>
        <p:nvSpPr>
          <p:cNvPr id="6" name="TextBox 5">
            <a:extLst>
              <a:ext uri="{FF2B5EF4-FFF2-40B4-BE49-F238E27FC236}">
                <a16:creationId xmlns:a16="http://schemas.microsoft.com/office/drawing/2014/main" id="{10C1D792-D6F8-FC45-7227-1CA5112E5704}"/>
              </a:ext>
            </a:extLst>
          </p:cNvPr>
          <p:cNvSpPr txBox="1"/>
          <p:nvPr/>
        </p:nvSpPr>
        <p:spPr>
          <a:xfrm>
            <a:off x="4626429" y="2985443"/>
            <a:ext cx="6923314" cy="1200329"/>
          </a:xfrm>
          <a:prstGeom prst="rect">
            <a:avLst/>
          </a:prstGeom>
          <a:noFill/>
        </p:spPr>
        <p:txBody>
          <a:bodyPr wrap="square">
            <a:spAutoFit/>
          </a:bodyPr>
          <a:lstStyle/>
          <a:p>
            <a:pPr algn="l"/>
            <a:r>
              <a:rPr lang="en-US" sz="1800" b="0" i="0" u="none" strike="noStrike" baseline="0" dirty="0">
                <a:latin typeface="ArialMT"/>
              </a:rPr>
              <a:t>As it is clear from above figure, the distortion declines most at 3. Hence the optimal value of k will be 3 for performing the clustering. In other words the plot looks as an arm with an elbow at k = 3.</a:t>
            </a:r>
            <a:endParaRPr lang="en-US" dirty="0"/>
          </a:p>
        </p:txBody>
      </p:sp>
    </p:spTree>
    <p:extLst>
      <p:ext uri="{BB962C8B-B14F-4D97-AF65-F5344CB8AC3E}">
        <p14:creationId xmlns:p14="http://schemas.microsoft.com/office/powerpoint/2010/main" val="3012948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94E5B-25A7-6551-52B3-404F5A55D4B6}"/>
            </a:ext>
          </a:extLst>
        </p:cNvPr>
        <p:cNvGrpSpPr/>
        <p:nvPr/>
      </p:nvGrpSpPr>
      <p:grpSpPr>
        <a:xfrm>
          <a:off x="0" y="0"/>
          <a:ext cx="0" cy="0"/>
          <a:chOff x="0" y="0"/>
          <a:chExt cx="0" cy="0"/>
        </a:xfrm>
      </p:grpSpPr>
      <p:sp>
        <p:nvSpPr>
          <p:cNvPr id="9" name="object 2">
            <a:extLst>
              <a:ext uri="{FF2B5EF4-FFF2-40B4-BE49-F238E27FC236}">
                <a16:creationId xmlns:a16="http://schemas.microsoft.com/office/drawing/2014/main" id="{A822689D-8063-4427-FE67-ED644926F93F}"/>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Elbow method-</a:t>
            </a:r>
          </a:p>
        </p:txBody>
      </p:sp>
      <p:pic>
        <p:nvPicPr>
          <p:cNvPr id="8" name="Picture 7">
            <a:extLst>
              <a:ext uri="{FF2B5EF4-FFF2-40B4-BE49-F238E27FC236}">
                <a16:creationId xmlns:a16="http://schemas.microsoft.com/office/drawing/2014/main" id="{79260F83-E9D9-C6D0-D02F-1D2D3FA79B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5" name="Picture 4">
            <a:extLst>
              <a:ext uri="{FF2B5EF4-FFF2-40B4-BE49-F238E27FC236}">
                <a16:creationId xmlns:a16="http://schemas.microsoft.com/office/drawing/2014/main" id="{1A82826B-3E05-6E7C-794B-12FCF523EE47}"/>
              </a:ext>
            </a:extLst>
          </p:cNvPr>
          <p:cNvPicPr>
            <a:picLocks noChangeAspect="1"/>
          </p:cNvPicPr>
          <p:nvPr/>
        </p:nvPicPr>
        <p:blipFill>
          <a:blip r:embed="rId3"/>
          <a:stretch>
            <a:fillRect/>
          </a:stretch>
        </p:blipFill>
        <p:spPr>
          <a:xfrm>
            <a:off x="478826" y="1216451"/>
            <a:ext cx="5430362" cy="3641620"/>
          </a:xfrm>
          <a:prstGeom prst="rect">
            <a:avLst/>
          </a:prstGeom>
        </p:spPr>
      </p:pic>
      <p:pic>
        <p:nvPicPr>
          <p:cNvPr id="10" name="Picture 9">
            <a:extLst>
              <a:ext uri="{FF2B5EF4-FFF2-40B4-BE49-F238E27FC236}">
                <a16:creationId xmlns:a16="http://schemas.microsoft.com/office/drawing/2014/main" id="{D2270F14-55E0-F9A9-EBF4-46AE0311BBDF}"/>
              </a:ext>
            </a:extLst>
          </p:cNvPr>
          <p:cNvPicPr>
            <a:picLocks noChangeAspect="1"/>
          </p:cNvPicPr>
          <p:nvPr/>
        </p:nvPicPr>
        <p:blipFill>
          <a:blip r:embed="rId4"/>
          <a:stretch>
            <a:fillRect/>
          </a:stretch>
        </p:blipFill>
        <p:spPr>
          <a:xfrm>
            <a:off x="478825" y="5110607"/>
            <a:ext cx="5803988" cy="1658282"/>
          </a:xfrm>
          <a:prstGeom prst="rect">
            <a:avLst/>
          </a:prstGeom>
        </p:spPr>
      </p:pic>
      <p:pic>
        <p:nvPicPr>
          <p:cNvPr id="12" name="Picture 11">
            <a:extLst>
              <a:ext uri="{FF2B5EF4-FFF2-40B4-BE49-F238E27FC236}">
                <a16:creationId xmlns:a16="http://schemas.microsoft.com/office/drawing/2014/main" id="{9ED76E2C-2F84-DFD4-98D4-96B9E93C4A96}"/>
              </a:ext>
            </a:extLst>
          </p:cNvPr>
          <p:cNvPicPr>
            <a:picLocks noChangeAspect="1"/>
          </p:cNvPicPr>
          <p:nvPr/>
        </p:nvPicPr>
        <p:blipFill>
          <a:blip r:embed="rId5"/>
          <a:stretch>
            <a:fillRect/>
          </a:stretch>
        </p:blipFill>
        <p:spPr>
          <a:xfrm>
            <a:off x="6282813" y="934065"/>
            <a:ext cx="5293553" cy="2948869"/>
          </a:xfrm>
          <a:prstGeom prst="rect">
            <a:avLst/>
          </a:prstGeom>
        </p:spPr>
      </p:pic>
      <p:pic>
        <p:nvPicPr>
          <p:cNvPr id="14" name="Picture 13">
            <a:extLst>
              <a:ext uri="{FF2B5EF4-FFF2-40B4-BE49-F238E27FC236}">
                <a16:creationId xmlns:a16="http://schemas.microsoft.com/office/drawing/2014/main" id="{52285B3B-6E9D-66B0-5A3D-099332ECC90C}"/>
              </a:ext>
            </a:extLst>
          </p:cNvPr>
          <p:cNvPicPr>
            <a:picLocks noChangeAspect="1"/>
          </p:cNvPicPr>
          <p:nvPr/>
        </p:nvPicPr>
        <p:blipFill>
          <a:blip r:embed="rId6"/>
          <a:stretch>
            <a:fillRect/>
          </a:stretch>
        </p:blipFill>
        <p:spPr>
          <a:xfrm>
            <a:off x="6548284" y="3997466"/>
            <a:ext cx="4533444" cy="2389469"/>
          </a:xfrm>
          <a:prstGeom prst="rect">
            <a:avLst/>
          </a:prstGeom>
        </p:spPr>
      </p:pic>
    </p:spTree>
    <p:extLst>
      <p:ext uri="{BB962C8B-B14F-4D97-AF65-F5344CB8AC3E}">
        <p14:creationId xmlns:p14="http://schemas.microsoft.com/office/powerpoint/2010/main" val="673401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3451" y="237875"/>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Silhouette Method-</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10" name="TextBox 9">
            <a:extLst>
              <a:ext uri="{FF2B5EF4-FFF2-40B4-BE49-F238E27FC236}">
                <a16:creationId xmlns:a16="http://schemas.microsoft.com/office/drawing/2014/main" id="{C67D68D4-202D-C77D-FEF9-E2CF92DE144C}"/>
              </a:ext>
            </a:extLst>
          </p:cNvPr>
          <p:cNvSpPr txBox="1"/>
          <p:nvPr/>
        </p:nvSpPr>
        <p:spPr>
          <a:xfrm>
            <a:off x="262362" y="843677"/>
            <a:ext cx="11667249" cy="1754326"/>
          </a:xfrm>
          <a:prstGeom prst="rect">
            <a:avLst/>
          </a:prstGeom>
          <a:noFill/>
        </p:spPr>
        <p:txBody>
          <a:bodyPr wrap="square">
            <a:spAutoFit/>
          </a:bodyPr>
          <a:lstStyle/>
          <a:p>
            <a:r>
              <a:rPr lang="en-US" dirty="0"/>
              <a:t>Silhouette is a different method to determine optimal number of clusters for given dataset. It defines as a coefficient of measure of how similar an observation to its own cluster compared to that of other clusters. The range of silhouette coefficient varies between -1 to 1. 1 value indicate that an observation is far from its </a:t>
            </a:r>
            <a:r>
              <a:rPr lang="en-US" dirty="0" err="1"/>
              <a:t>neighbouring</a:t>
            </a:r>
            <a:r>
              <a:rPr lang="en-US" dirty="0"/>
              <a:t> cluster and close to its own whereas -1 denotes that an observation is close to </a:t>
            </a:r>
            <a:r>
              <a:rPr lang="en-US" dirty="0" err="1"/>
              <a:t>neighbouring</a:t>
            </a:r>
            <a:r>
              <a:rPr lang="en-US" dirty="0"/>
              <a:t> cluster than its own cluster. The 0 value indicate the presence of observation on</a:t>
            </a:r>
          </a:p>
          <a:p>
            <a:r>
              <a:rPr lang="en-US" dirty="0"/>
              <a:t>boundary of two clusters. Silhouette coefficient is defined as:</a:t>
            </a:r>
          </a:p>
        </p:txBody>
      </p:sp>
      <p:pic>
        <p:nvPicPr>
          <p:cNvPr id="5" name="Picture 4">
            <a:extLst>
              <a:ext uri="{FF2B5EF4-FFF2-40B4-BE49-F238E27FC236}">
                <a16:creationId xmlns:a16="http://schemas.microsoft.com/office/drawing/2014/main" id="{E742D39D-775A-9178-A005-132E40BD3407}"/>
              </a:ext>
            </a:extLst>
          </p:cNvPr>
          <p:cNvPicPr>
            <a:picLocks noChangeAspect="1"/>
          </p:cNvPicPr>
          <p:nvPr/>
        </p:nvPicPr>
        <p:blipFill>
          <a:blip r:embed="rId3"/>
          <a:stretch>
            <a:fillRect/>
          </a:stretch>
        </p:blipFill>
        <p:spPr>
          <a:xfrm>
            <a:off x="344168" y="2946630"/>
            <a:ext cx="3600635" cy="1225613"/>
          </a:xfrm>
          <a:prstGeom prst="rect">
            <a:avLst/>
          </a:prstGeom>
        </p:spPr>
      </p:pic>
      <p:sp>
        <p:nvSpPr>
          <p:cNvPr id="11" name="TextBox 10">
            <a:extLst>
              <a:ext uri="{FF2B5EF4-FFF2-40B4-BE49-F238E27FC236}">
                <a16:creationId xmlns:a16="http://schemas.microsoft.com/office/drawing/2014/main" id="{DB16B595-175C-8BE9-8620-288D25D38F86}"/>
              </a:ext>
            </a:extLst>
          </p:cNvPr>
          <p:cNvSpPr txBox="1"/>
          <p:nvPr/>
        </p:nvSpPr>
        <p:spPr>
          <a:xfrm>
            <a:off x="4082143" y="2932346"/>
            <a:ext cx="6096000" cy="923330"/>
          </a:xfrm>
          <a:prstGeom prst="rect">
            <a:avLst/>
          </a:prstGeom>
          <a:noFill/>
        </p:spPr>
        <p:txBody>
          <a:bodyPr wrap="square">
            <a:spAutoFit/>
          </a:bodyPr>
          <a:lstStyle/>
          <a:p>
            <a:pPr algn="l"/>
            <a:r>
              <a:rPr lang="en-US" dirty="0"/>
              <a:t>Where 𝑎(𝑖) is the distance of observation within its own cluster and 𝑏(𝑖) is the distance of observation</a:t>
            </a:r>
          </a:p>
          <a:p>
            <a:pPr algn="l"/>
            <a:r>
              <a:rPr lang="en-US" dirty="0"/>
              <a:t>with its </a:t>
            </a:r>
            <a:r>
              <a:rPr lang="en-US" dirty="0" err="1"/>
              <a:t>neighbouring</a:t>
            </a:r>
            <a:r>
              <a:rPr lang="en-US" dirty="0"/>
              <a:t> cluster.</a:t>
            </a:r>
          </a:p>
        </p:txBody>
      </p:sp>
      <p:pic>
        <p:nvPicPr>
          <p:cNvPr id="13" name="Picture 12">
            <a:extLst>
              <a:ext uri="{FF2B5EF4-FFF2-40B4-BE49-F238E27FC236}">
                <a16:creationId xmlns:a16="http://schemas.microsoft.com/office/drawing/2014/main" id="{F597A30D-7F52-4ED4-6B53-05FEBD0BF084}"/>
              </a:ext>
            </a:extLst>
          </p:cNvPr>
          <p:cNvPicPr>
            <a:picLocks noChangeAspect="1"/>
          </p:cNvPicPr>
          <p:nvPr/>
        </p:nvPicPr>
        <p:blipFill>
          <a:blip r:embed="rId4"/>
          <a:stretch>
            <a:fillRect/>
          </a:stretch>
        </p:blipFill>
        <p:spPr>
          <a:xfrm>
            <a:off x="344168" y="4053416"/>
            <a:ext cx="3832599" cy="2804584"/>
          </a:xfrm>
          <a:prstGeom prst="rect">
            <a:avLst/>
          </a:prstGeom>
        </p:spPr>
      </p:pic>
    </p:spTree>
    <p:extLst>
      <p:ext uri="{BB962C8B-B14F-4D97-AF65-F5344CB8AC3E}">
        <p14:creationId xmlns:p14="http://schemas.microsoft.com/office/powerpoint/2010/main" val="35392096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D2108-C15A-7886-ADC0-73E165357E8E}"/>
            </a:ext>
          </a:extLst>
        </p:cNvPr>
        <p:cNvGrpSpPr/>
        <p:nvPr/>
      </p:nvGrpSpPr>
      <p:grpSpPr>
        <a:xfrm>
          <a:off x="0" y="0"/>
          <a:ext cx="0" cy="0"/>
          <a:chOff x="0" y="0"/>
          <a:chExt cx="0" cy="0"/>
        </a:xfrm>
      </p:grpSpPr>
      <p:sp>
        <p:nvSpPr>
          <p:cNvPr id="9" name="object 2">
            <a:extLst>
              <a:ext uri="{FF2B5EF4-FFF2-40B4-BE49-F238E27FC236}">
                <a16:creationId xmlns:a16="http://schemas.microsoft.com/office/drawing/2014/main" id="{AAFD3687-83F9-D2D8-F888-A7E9DE836B03}"/>
              </a:ext>
            </a:extLst>
          </p:cNvPr>
          <p:cNvSpPr txBox="1">
            <a:spLocks/>
          </p:cNvSpPr>
          <p:nvPr/>
        </p:nvSpPr>
        <p:spPr>
          <a:xfrm>
            <a:off x="3483451" y="237875"/>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Silhouette Method-</a:t>
            </a:r>
          </a:p>
        </p:txBody>
      </p:sp>
      <p:pic>
        <p:nvPicPr>
          <p:cNvPr id="8" name="Picture 7">
            <a:extLst>
              <a:ext uri="{FF2B5EF4-FFF2-40B4-BE49-F238E27FC236}">
                <a16:creationId xmlns:a16="http://schemas.microsoft.com/office/drawing/2014/main" id="{88EAEA20-F72B-9605-0F0F-5AF5099825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3" name="Picture 2">
            <a:extLst>
              <a:ext uri="{FF2B5EF4-FFF2-40B4-BE49-F238E27FC236}">
                <a16:creationId xmlns:a16="http://schemas.microsoft.com/office/drawing/2014/main" id="{F7EFF318-9EBA-AB8C-2B43-6887967EEDE4}"/>
              </a:ext>
            </a:extLst>
          </p:cNvPr>
          <p:cNvPicPr>
            <a:picLocks noChangeAspect="1"/>
          </p:cNvPicPr>
          <p:nvPr/>
        </p:nvPicPr>
        <p:blipFill>
          <a:blip r:embed="rId3"/>
          <a:stretch>
            <a:fillRect/>
          </a:stretch>
        </p:blipFill>
        <p:spPr>
          <a:xfrm>
            <a:off x="525589" y="877024"/>
            <a:ext cx="7247248" cy="4397121"/>
          </a:xfrm>
          <a:prstGeom prst="rect">
            <a:avLst/>
          </a:prstGeom>
        </p:spPr>
      </p:pic>
      <p:pic>
        <p:nvPicPr>
          <p:cNvPr id="6" name="Picture 5">
            <a:extLst>
              <a:ext uri="{FF2B5EF4-FFF2-40B4-BE49-F238E27FC236}">
                <a16:creationId xmlns:a16="http://schemas.microsoft.com/office/drawing/2014/main" id="{0EE0B20F-6B84-C78C-804F-5FDD76D56BDB}"/>
              </a:ext>
            </a:extLst>
          </p:cNvPr>
          <p:cNvPicPr>
            <a:picLocks noChangeAspect="1"/>
          </p:cNvPicPr>
          <p:nvPr/>
        </p:nvPicPr>
        <p:blipFill>
          <a:blip r:embed="rId4"/>
          <a:stretch>
            <a:fillRect/>
          </a:stretch>
        </p:blipFill>
        <p:spPr>
          <a:xfrm>
            <a:off x="579979" y="5242676"/>
            <a:ext cx="5806943" cy="1341236"/>
          </a:xfrm>
          <a:prstGeom prst="rect">
            <a:avLst/>
          </a:prstGeom>
        </p:spPr>
      </p:pic>
    </p:spTree>
    <p:extLst>
      <p:ext uri="{BB962C8B-B14F-4D97-AF65-F5344CB8AC3E}">
        <p14:creationId xmlns:p14="http://schemas.microsoft.com/office/powerpoint/2010/main" val="7657235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3451" y="237875"/>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 Means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10" name="TextBox 9">
            <a:extLst>
              <a:ext uri="{FF2B5EF4-FFF2-40B4-BE49-F238E27FC236}">
                <a16:creationId xmlns:a16="http://schemas.microsoft.com/office/drawing/2014/main" id="{C67D68D4-202D-C77D-FEF9-E2CF92DE144C}"/>
              </a:ext>
            </a:extLst>
          </p:cNvPr>
          <p:cNvSpPr txBox="1"/>
          <p:nvPr/>
        </p:nvSpPr>
        <p:spPr>
          <a:xfrm>
            <a:off x="262362" y="843677"/>
            <a:ext cx="11667249" cy="2585323"/>
          </a:xfrm>
          <a:prstGeom prst="rect">
            <a:avLst/>
          </a:prstGeom>
          <a:noFill/>
        </p:spPr>
        <p:txBody>
          <a:bodyPr wrap="square">
            <a:spAutoFit/>
          </a:bodyPr>
          <a:lstStyle/>
          <a:p>
            <a:pPr algn="l"/>
            <a:r>
              <a:rPr lang="en-US" sz="1800" b="1" i="0" u="none" strike="noStrike" baseline="0" dirty="0">
                <a:latin typeface="Arial-BoldMT"/>
              </a:rPr>
              <a:t>Advantages of K-means clustering:</a:t>
            </a:r>
          </a:p>
          <a:p>
            <a:pPr algn="l"/>
            <a:r>
              <a:rPr lang="en-US" sz="1800" b="0" i="0" u="none" strike="noStrike" baseline="0" dirty="0">
                <a:latin typeface="ArialMT"/>
              </a:rPr>
              <a:t>- Ease of implementation.</a:t>
            </a:r>
          </a:p>
          <a:p>
            <a:pPr algn="l"/>
            <a:r>
              <a:rPr lang="en-US" sz="1800" b="0" i="0" u="none" strike="noStrike" baseline="0" dirty="0">
                <a:latin typeface="ArialMT"/>
              </a:rPr>
              <a:t>- It works great on large scale data.</a:t>
            </a:r>
          </a:p>
          <a:p>
            <a:pPr algn="l"/>
            <a:r>
              <a:rPr lang="en-US" sz="1800" b="0" i="0" u="none" strike="noStrike" baseline="0" dirty="0">
                <a:latin typeface="ArialMT"/>
              </a:rPr>
              <a:t>- Results guarantees convergence.</a:t>
            </a:r>
          </a:p>
          <a:p>
            <a:pPr algn="l"/>
            <a:r>
              <a:rPr lang="en-US" sz="1800" b="0" i="0" u="none" strike="noStrike" baseline="0" dirty="0">
                <a:latin typeface="ArialMT"/>
              </a:rPr>
              <a:t>- Easily works with new examples.</a:t>
            </a:r>
          </a:p>
          <a:p>
            <a:pPr algn="l"/>
            <a:r>
              <a:rPr lang="en-US" sz="1800" b="1" i="0" u="none" strike="noStrike" baseline="0" dirty="0">
                <a:latin typeface="Arial-BoldMT"/>
              </a:rPr>
              <a:t>Disadvantages of K-means clustering:</a:t>
            </a:r>
          </a:p>
          <a:p>
            <a:pPr algn="l"/>
            <a:r>
              <a:rPr lang="en-US" sz="1800" b="0" i="0" u="none" strike="noStrike" baseline="0" dirty="0">
                <a:latin typeface="ArialMT"/>
              </a:rPr>
              <a:t>- It is quite difficult to predict number of clusters.</a:t>
            </a:r>
          </a:p>
          <a:p>
            <a:pPr algn="l"/>
            <a:r>
              <a:rPr lang="en-US" sz="1800" b="0" i="0" u="none" strike="noStrike" baseline="0" dirty="0">
                <a:latin typeface="ArialMT"/>
              </a:rPr>
              <a:t>- Initialization of the cluster center is a really crucial part and also somewhat tough.</a:t>
            </a:r>
          </a:p>
          <a:p>
            <a:pPr algn="l"/>
            <a:r>
              <a:rPr lang="en-US" sz="1800" b="0" i="0" u="none" strike="noStrike" baseline="0" dirty="0">
                <a:latin typeface="ArialMT"/>
              </a:rPr>
              <a:t>- K- means clustering only handles numeric data.</a:t>
            </a:r>
            <a:endParaRPr lang="en-US" dirty="0"/>
          </a:p>
        </p:txBody>
      </p:sp>
    </p:spTree>
    <p:extLst>
      <p:ext uri="{BB962C8B-B14F-4D97-AF65-F5344CB8AC3E}">
        <p14:creationId xmlns:p14="http://schemas.microsoft.com/office/powerpoint/2010/main" val="2974240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3451" y="237875"/>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Nunito"/>
                <a:cs typeface="Times New Roman"/>
              </a:rPr>
              <a:t>ExAMPLE</a:t>
            </a:r>
            <a:endParaRPr lang="en-IN"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3" name="Picture 2">
            <a:extLst>
              <a:ext uri="{FF2B5EF4-FFF2-40B4-BE49-F238E27FC236}">
                <a16:creationId xmlns:a16="http://schemas.microsoft.com/office/drawing/2014/main" id="{7BD54520-D101-689D-96F0-63D8B5910A8A}"/>
              </a:ext>
            </a:extLst>
          </p:cNvPr>
          <p:cNvPicPr>
            <a:picLocks noChangeAspect="1"/>
          </p:cNvPicPr>
          <p:nvPr/>
        </p:nvPicPr>
        <p:blipFill>
          <a:blip r:embed="rId3"/>
          <a:stretch>
            <a:fillRect/>
          </a:stretch>
        </p:blipFill>
        <p:spPr>
          <a:xfrm>
            <a:off x="6448663" y="758572"/>
            <a:ext cx="5190168" cy="2115257"/>
          </a:xfrm>
          <a:prstGeom prst="rect">
            <a:avLst/>
          </a:prstGeom>
        </p:spPr>
      </p:pic>
      <p:pic>
        <p:nvPicPr>
          <p:cNvPr id="4" name="Picture 3">
            <a:extLst>
              <a:ext uri="{FF2B5EF4-FFF2-40B4-BE49-F238E27FC236}">
                <a16:creationId xmlns:a16="http://schemas.microsoft.com/office/drawing/2014/main" id="{CFC19706-23DF-6D4E-6627-DD2881F52A36}"/>
              </a:ext>
            </a:extLst>
          </p:cNvPr>
          <p:cNvPicPr>
            <a:picLocks noChangeAspect="1"/>
          </p:cNvPicPr>
          <p:nvPr/>
        </p:nvPicPr>
        <p:blipFill>
          <a:blip r:embed="rId4"/>
          <a:stretch>
            <a:fillRect/>
          </a:stretch>
        </p:blipFill>
        <p:spPr>
          <a:xfrm>
            <a:off x="553169" y="2209800"/>
            <a:ext cx="5809780" cy="3578342"/>
          </a:xfrm>
          <a:prstGeom prst="rect">
            <a:avLst/>
          </a:prstGeom>
        </p:spPr>
      </p:pic>
      <p:pic>
        <p:nvPicPr>
          <p:cNvPr id="6" name="Picture 5">
            <a:extLst>
              <a:ext uri="{FF2B5EF4-FFF2-40B4-BE49-F238E27FC236}">
                <a16:creationId xmlns:a16="http://schemas.microsoft.com/office/drawing/2014/main" id="{139BDA20-BF89-16A9-6AC2-D6D8FE69668A}"/>
              </a:ext>
            </a:extLst>
          </p:cNvPr>
          <p:cNvPicPr>
            <a:picLocks noChangeAspect="1"/>
          </p:cNvPicPr>
          <p:nvPr/>
        </p:nvPicPr>
        <p:blipFill>
          <a:blip r:embed="rId5"/>
          <a:stretch>
            <a:fillRect/>
          </a:stretch>
        </p:blipFill>
        <p:spPr>
          <a:xfrm>
            <a:off x="6552910" y="3194490"/>
            <a:ext cx="5639090" cy="400071"/>
          </a:xfrm>
          <a:prstGeom prst="rect">
            <a:avLst/>
          </a:prstGeom>
        </p:spPr>
      </p:pic>
    </p:spTree>
    <p:extLst>
      <p:ext uri="{BB962C8B-B14F-4D97-AF65-F5344CB8AC3E}">
        <p14:creationId xmlns:p14="http://schemas.microsoft.com/office/powerpoint/2010/main" val="33676034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9106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Clustering</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3" name="Picture 2" descr="K Mean. K mean is an unsupervised machine… | by Piyush Tyagi | Medium">
            <a:extLst>
              <a:ext uri="{FF2B5EF4-FFF2-40B4-BE49-F238E27FC236}">
                <a16:creationId xmlns:a16="http://schemas.microsoft.com/office/drawing/2014/main" id="{B397B50B-15BC-E0AD-BA71-28507C501339}"/>
              </a:ext>
            </a:extLst>
          </p:cNvPr>
          <p:cNvPicPr>
            <a:picLocks noChangeAspect="1"/>
          </p:cNvPicPr>
          <p:nvPr/>
        </p:nvPicPr>
        <p:blipFill>
          <a:blip r:embed="rId3"/>
          <a:stretch>
            <a:fillRect/>
          </a:stretch>
        </p:blipFill>
        <p:spPr>
          <a:xfrm>
            <a:off x="846084" y="1561092"/>
            <a:ext cx="10720549" cy="4539854"/>
          </a:xfrm>
          <a:prstGeom prst="rect">
            <a:avLst/>
          </a:prstGeom>
        </p:spPr>
      </p:pic>
    </p:spTree>
    <p:extLst>
      <p:ext uri="{BB962C8B-B14F-4D97-AF65-F5344CB8AC3E}">
        <p14:creationId xmlns:p14="http://schemas.microsoft.com/office/powerpoint/2010/main" val="1413599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01802"/>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Algorithm</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1">
            <a:extLst>
              <a:ext uri="{FF2B5EF4-FFF2-40B4-BE49-F238E27FC236}">
                <a16:creationId xmlns:a16="http://schemas.microsoft.com/office/drawing/2014/main" id="{69EA2DF2-EAE8-61EE-8C67-178266082AEC}"/>
              </a:ext>
            </a:extLst>
          </p:cNvPr>
          <p:cNvSpPr txBox="1"/>
          <p:nvPr/>
        </p:nvSpPr>
        <p:spPr>
          <a:xfrm>
            <a:off x="174922" y="1519871"/>
            <a:ext cx="11335407" cy="55784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nSpc>
                <a:spcPct val="150000"/>
              </a:lnSpc>
              <a:buAutoNum type="arabicPeriod"/>
            </a:pPr>
            <a:endParaRPr lang="en-US" sz="2200" dirty="0">
              <a:solidFill>
                <a:srgbClr val="374151"/>
              </a:solidFill>
              <a:latin typeface="Nunito"/>
            </a:endParaRPr>
          </a:p>
        </p:txBody>
      </p:sp>
      <p:graphicFrame>
        <p:nvGraphicFramePr>
          <p:cNvPr id="5" name="TextBox 3">
            <a:extLst>
              <a:ext uri="{FF2B5EF4-FFF2-40B4-BE49-F238E27FC236}">
                <a16:creationId xmlns:a16="http://schemas.microsoft.com/office/drawing/2014/main" id="{03565D8B-73E2-6CC4-0442-B968604B19CA}"/>
              </a:ext>
            </a:extLst>
          </p:cNvPr>
          <p:cNvGraphicFramePr/>
          <p:nvPr>
            <p:extLst>
              <p:ext uri="{D42A27DB-BD31-4B8C-83A1-F6EECF244321}">
                <p14:modId xmlns:p14="http://schemas.microsoft.com/office/powerpoint/2010/main" val="2547979874"/>
              </p:ext>
            </p:extLst>
          </p:nvPr>
        </p:nvGraphicFramePr>
        <p:xfrm>
          <a:off x="1620374" y="1196695"/>
          <a:ext cx="8948708" cy="49068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41238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481969" y="343766"/>
            <a:ext cx="522507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K-Means Algorithm</a:t>
            </a:r>
            <a:endParaRPr lang="en-US" b="1" spc="-30" dirty="0">
              <a:solidFill>
                <a:schemeClr val="accent1">
                  <a:lumMod val="50000"/>
                </a:schemeClr>
              </a:solidFill>
              <a:latin typeface="Nunito"/>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4" name="Picture 3" descr="What is K-Means in Clustering in Machine Learning? - The Genius Blog">
            <a:extLst>
              <a:ext uri="{FF2B5EF4-FFF2-40B4-BE49-F238E27FC236}">
                <a16:creationId xmlns:a16="http://schemas.microsoft.com/office/drawing/2014/main" id="{B4BFDF50-4B33-B365-5CEA-C6231AB5E679}"/>
              </a:ext>
            </a:extLst>
          </p:cNvPr>
          <p:cNvPicPr>
            <a:picLocks noChangeAspect="1"/>
          </p:cNvPicPr>
          <p:nvPr/>
        </p:nvPicPr>
        <p:blipFill>
          <a:blip r:embed="rId3"/>
          <a:stretch>
            <a:fillRect/>
          </a:stretch>
        </p:blipFill>
        <p:spPr>
          <a:xfrm>
            <a:off x="1213946" y="1181949"/>
            <a:ext cx="9842934" cy="5198293"/>
          </a:xfrm>
          <a:prstGeom prst="rect">
            <a:avLst/>
          </a:prstGeom>
        </p:spPr>
      </p:pic>
    </p:spTree>
    <p:extLst>
      <p:ext uri="{BB962C8B-B14F-4D97-AF65-F5344CB8AC3E}">
        <p14:creationId xmlns:p14="http://schemas.microsoft.com/office/powerpoint/2010/main" val="9782940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4558649" y="407285"/>
            <a:ext cx="259273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a:solidFill>
                  <a:schemeClr val="accent1">
                    <a:lumMod val="50000"/>
                  </a:schemeClr>
                </a:solidFill>
                <a:latin typeface="Nunito"/>
                <a:cs typeface="Times New Roman"/>
              </a:rPr>
              <a:t>Question</a:t>
            </a:r>
            <a:endParaRPr lang="en-US"/>
          </a:p>
        </p:txBody>
      </p:sp>
      <p:sp>
        <p:nvSpPr>
          <p:cNvPr id="2" name="TextBox 1">
            <a:extLst>
              <a:ext uri="{FF2B5EF4-FFF2-40B4-BE49-F238E27FC236}">
                <a16:creationId xmlns:a16="http://schemas.microsoft.com/office/drawing/2014/main" id="{F7761F45-99CF-5094-8BAE-64DDA34139B5}"/>
              </a:ext>
            </a:extLst>
          </p:cNvPr>
          <p:cNvSpPr txBox="1"/>
          <p:nvPr/>
        </p:nvSpPr>
        <p:spPr>
          <a:xfrm>
            <a:off x="662449" y="1312096"/>
            <a:ext cx="10388436" cy="1573508"/>
          </a:xfrm>
          <a:prstGeom prst="rect">
            <a:avLst/>
          </a:prstGeom>
          <a:noFill/>
        </p:spPr>
        <p:txBody>
          <a:bodyPr wrap="square" lIns="91440" tIns="45720" rIns="91440" bIns="45720" anchor="t">
            <a:spAutoFit/>
          </a:bodyPr>
          <a:lstStyle/>
          <a:p>
            <a:pPr>
              <a:lnSpc>
                <a:spcPct val="150000"/>
              </a:lnSpc>
            </a:pPr>
            <a:r>
              <a:rPr lang="en-US" sz="2200" dirty="0">
                <a:solidFill>
                  <a:srgbClr val="374151"/>
                </a:solidFill>
                <a:latin typeface="Nunito"/>
                <a:ea typeface="+mn-lt"/>
                <a:cs typeface="+mn-lt"/>
              </a:rPr>
              <a:t>Using the </a:t>
            </a:r>
            <a:r>
              <a:rPr lang="en-US" sz="2200" b="1" dirty="0">
                <a:solidFill>
                  <a:srgbClr val="374151"/>
                </a:solidFill>
                <a:latin typeface="Nunito"/>
                <a:ea typeface="+mn-lt"/>
                <a:cs typeface="+mn-lt"/>
              </a:rPr>
              <a:t>"customer_segmentation.csv"</a:t>
            </a:r>
            <a:r>
              <a:rPr lang="en-US" sz="2200" dirty="0">
                <a:solidFill>
                  <a:srgbClr val="374151"/>
                </a:solidFill>
                <a:latin typeface="Nunito"/>
                <a:ea typeface="+mn-lt"/>
                <a:cs typeface="+mn-lt"/>
              </a:rPr>
              <a:t> dataset, find the optimal number of </a:t>
            </a:r>
            <a:r>
              <a:rPr lang="en-US" sz="2200" b="1" dirty="0">
                <a:solidFill>
                  <a:srgbClr val="374151"/>
                </a:solidFill>
                <a:latin typeface="Nunito"/>
                <a:ea typeface="+mn-lt"/>
                <a:cs typeface="+mn-lt"/>
              </a:rPr>
              <a:t>clusters (K)</a:t>
            </a:r>
            <a:r>
              <a:rPr lang="en-US" sz="2200" dirty="0">
                <a:solidFill>
                  <a:srgbClr val="374151"/>
                </a:solidFill>
                <a:latin typeface="Nunito"/>
                <a:ea typeface="+mn-lt"/>
                <a:cs typeface="+mn-lt"/>
              </a:rPr>
              <a:t> for K-Means clustering. Apply the </a:t>
            </a:r>
            <a:r>
              <a:rPr lang="en-US" sz="2200" b="1" dirty="0">
                <a:solidFill>
                  <a:srgbClr val="374151"/>
                </a:solidFill>
                <a:latin typeface="Nunito"/>
                <a:ea typeface="+mn-lt"/>
                <a:cs typeface="+mn-lt"/>
              </a:rPr>
              <a:t>Elbow Method</a:t>
            </a:r>
            <a:r>
              <a:rPr lang="en-US" sz="2200" dirty="0">
                <a:solidFill>
                  <a:srgbClr val="374151"/>
                </a:solidFill>
                <a:latin typeface="Nunito"/>
                <a:ea typeface="+mn-lt"/>
                <a:cs typeface="+mn-lt"/>
              </a:rPr>
              <a:t> and </a:t>
            </a:r>
            <a:r>
              <a:rPr lang="en-US" sz="2200" b="1" dirty="0">
                <a:solidFill>
                  <a:srgbClr val="374151"/>
                </a:solidFill>
                <a:latin typeface="Nunito"/>
                <a:ea typeface="+mn-lt"/>
                <a:cs typeface="+mn-lt"/>
              </a:rPr>
              <a:t>Silhouette Score</a:t>
            </a:r>
            <a:r>
              <a:rPr lang="en-US" sz="2200" dirty="0">
                <a:solidFill>
                  <a:srgbClr val="374151"/>
                </a:solidFill>
                <a:latin typeface="Nunito"/>
                <a:ea typeface="+mn-lt"/>
                <a:cs typeface="+mn-lt"/>
              </a:rPr>
              <a:t> to determine K.</a:t>
            </a:r>
            <a:endParaRPr lang="en-US" sz="2200" dirty="0">
              <a:latin typeface="Nunito"/>
              <a:ea typeface="+mn-lt"/>
              <a:cs typeface="+mn-lt"/>
            </a:endParaRPr>
          </a:p>
        </p:txBody>
      </p:sp>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256933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017840" y="390476"/>
            <a:ext cx="615620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Hierarchical Clustering</a:t>
            </a:r>
            <a:endParaRPr lang="en-US" b="1" spc="-30" dirty="0">
              <a:solidFill>
                <a:schemeClr val="accent1">
                  <a:lumMod val="50000"/>
                </a:schemeClr>
              </a:solidFill>
              <a:latin typeface="Nunito"/>
              <a:cs typeface="Times New Roman"/>
            </a:endParaRPr>
          </a:p>
        </p:txBody>
      </p:sp>
      <p:sp>
        <p:nvSpPr>
          <p:cNvPr id="2" name="TextBox 1">
            <a:extLst>
              <a:ext uri="{FF2B5EF4-FFF2-40B4-BE49-F238E27FC236}">
                <a16:creationId xmlns:a16="http://schemas.microsoft.com/office/drawing/2014/main" id="{F7761F45-99CF-5094-8BAE-64DDA34139B5}"/>
              </a:ext>
            </a:extLst>
          </p:cNvPr>
          <p:cNvSpPr txBox="1"/>
          <p:nvPr/>
        </p:nvSpPr>
        <p:spPr>
          <a:xfrm>
            <a:off x="662449" y="1312096"/>
            <a:ext cx="10388436" cy="5128327"/>
          </a:xfrm>
          <a:prstGeom prst="rect">
            <a:avLst/>
          </a:prstGeom>
          <a:noFill/>
        </p:spPr>
        <p:txBody>
          <a:bodyPr wrap="square" lIns="91440" tIns="45720" rIns="91440" bIns="45720" anchor="t">
            <a:spAutoFit/>
          </a:bodyPr>
          <a:lstStyle/>
          <a:p>
            <a:pPr>
              <a:lnSpc>
                <a:spcPct val="150000"/>
              </a:lnSpc>
            </a:pPr>
            <a:r>
              <a:rPr lang="en-US" sz="2200" dirty="0">
                <a:solidFill>
                  <a:srgbClr val="374151"/>
                </a:solidFill>
                <a:latin typeface="Nunito"/>
                <a:ea typeface="+mn-lt"/>
                <a:cs typeface="+mn-lt"/>
              </a:rPr>
              <a:t>Hierarchical clustering builds a cluster hierarchy, starting with individual data points and progressively merging them based on similarity.</a:t>
            </a:r>
            <a:endParaRPr lang="en-US" sz="2200" dirty="0">
              <a:latin typeface="Nunito"/>
            </a:endParaRPr>
          </a:p>
          <a:p>
            <a:pPr marL="285750" indent="-285750">
              <a:lnSpc>
                <a:spcPct val="150000"/>
              </a:lnSpc>
              <a:buFont typeface="Arial"/>
              <a:buChar char="•"/>
            </a:pPr>
            <a:r>
              <a:rPr lang="en-US" sz="2200" b="1" dirty="0">
                <a:solidFill>
                  <a:srgbClr val="374151"/>
                </a:solidFill>
                <a:latin typeface="Nunito"/>
                <a:ea typeface="+mn-lt"/>
                <a:cs typeface="+mn-lt"/>
              </a:rPr>
              <a:t>Advantages:</a:t>
            </a:r>
            <a:endParaRPr lang="en-US" sz="2200" dirty="0">
              <a:latin typeface="Nunito"/>
            </a:endParaRPr>
          </a:p>
          <a:p>
            <a:pPr marL="742950" lvl="1" indent="-285750">
              <a:lnSpc>
                <a:spcPct val="150000"/>
              </a:lnSpc>
              <a:buFont typeface="Arial"/>
              <a:buChar char="•"/>
            </a:pPr>
            <a:r>
              <a:rPr lang="en-US" sz="2200" dirty="0">
                <a:solidFill>
                  <a:srgbClr val="374151"/>
                </a:solidFill>
                <a:latin typeface="Nunito"/>
                <a:ea typeface="+mn-lt"/>
                <a:cs typeface="+mn-lt"/>
              </a:rPr>
              <a:t>Provides a visual hierarchy (dendrogram).</a:t>
            </a:r>
            <a:endParaRPr lang="en-US" sz="2200" dirty="0">
              <a:latin typeface="Nunito"/>
            </a:endParaRPr>
          </a:p>
          <a:p>
            <a:pPr marL="742950" lvl="1" indent="-285750">
              <a:lnSpc>
                <a:spcPct val="150000"/>
              </a:lnSpc>
              <a:buFont typeface="Arial"/>
              <a:buChar char="•"/>
            </a:pPr>
            <a:r>
              <a:rPr lang="en-US" sz="2200" dirty="0">
                <a:solidFill>
                  <a:srgbClr val="374151"/>
                </a:solidFill>
                <a:latin typeface="Nunito"/>
                <a:ea typeface="+mn-lt"/>
                <a:cs typeface="+mn-lt"/>
              </a:rPr>
              <a:t>No need to specify the number of clusters in advance.</a:t>
            </a:r>
            <a:endParaRPr lang="en-US" sz="2200" dirty="0">
              <a:latin typeface="Nunito"/>
            </a:endParaRPr>
          </a:p>
          <a:p>
            <a:pPr marL="285750" indent="-285750">
              <a:lnSpc>
                <a:spcPct val="150000"/>
              </a:lnSpc>
              <a:buFont typeface="Arial"/>
              <a:buChar char="•"/>
            </a:pPr>
            <a:r>
              <a:rPr lang="en-US" sz="2200" b="1" dirty="0">
                <a:solidFill>
                  <a:srgbClr val="374151"/>
                </a:solidFill>
                <a:latin typeface="Nunito"/>
                <a:ea typeface="+mn-lt"/>
                <a:cs typeface="+mn-lt"/>
              </a:rPr>
              <a:t>Use Cases:</a:t>
            </a:r>
            <a:endParaRPr lang="en-US" sz="2200" dirty="0">
              <a:latin typeface="Nunito"/>
            </a:endParaRPr>
          </a:p>
          <a:p>
            <a:pPr marL="742950" lvl="1" indent="-285750">
              <a:lnSpc>
                <a:spcPct val="150000"/>
              </a:lnSpc>
              <a:buFont typeface="Arial"/>
              <a:buChar char="•"/>
            </a:pPr>
            <a:r>
              <a:rPr lang="en-US" sz="2200" dirty="0">
                <a:solidFill>
                  <a:srgbClr val="374151"/>
                </a:solidFill>
                <a:latin typeface="Nunito"/>
                <a:ea typeface="+mn-lt"/>
                <a:cs typeface="+mn-lt"/>
              </a:rPr>
              <a:t>Biology (phylogenetics).</a:t>
            </a:r>
            <a:endParaRPr lang="en-US" sz="2200" dirty="0">
              <a:latin typeface="Nunito"/>
            </a:endParaRPr>
          </a:p>
          <a:p>
            <a:pPr marL="742950" lvl="1" indent="-285750">
              <a:lnSpc>
                <a:spcPct val="150000"/>
              </a:lnSpc>
              <a:buFont typeface="Arial"/>
              <a:buChar char="•"/>
            </a:pPr>
            <a:r>
              <a:rPr lang="en-US" sz="2200" dirty="0">
                <a:solidFill>
                  <a:srgbClr val="374151"/>
                </a:solidFill>
                <a:latin typeface="Nunito"/>
                <a:ea typeface="+mn-lt"/>
                <a:cs typeface="+mn-lt"/>
              </a:rPr>
              <a:t>Document clustering.</a:t>
            </a:r>
            <a:endParaRPr lang="en-US" sz="2200" dirty="0">
              <a:latin typeface="Nunito"/>
              <a:ea typeface="+mn-lt"/>
              <a:cs typeface="+mn-lt"/>
            </a:endParaRPr>
          </a:p>
          <a:p>
            <a:pPr marL="742950" lvl="1" indent="-285750">
              <a:lnSpc>
                <a:spcPct val="150000"/>
              </a:lnSpc>
              <a:buFont typeface="Arial"/>
              <a:buChar char="•"/>
            </a:pPr>
            <a:r>
              <a:rPr lang="en-US" sz="2200" dirty="0">
                <a:solidFill>
                  <a:srgbClr val="374151"/>
                </a:solidFill>
                <a:latin typeface="Nunito"/>
                <a:ea typeface="+mn-lt"/>
                <a:cs typeface="+mn-lt"/>
              </a:rPr>
              <a:t>Image segmentation.</a:t>
            </a:r>
            <a:endParaRPr lang="en-US" sz="2200" dirty="0">
              <a:latin typeface="Nunito"/>
            </a:endParaRPr>
          </a:p>
          <a:p>
            <a:pPr marL="742950" lvl="1" indent="-285750">
              <a:lnSpc>
                <a:spcPct val="150000"/>
              </a:lnSpc>
              <a:buFont typeface="Arial"/>
              <a:buChar char="•"/>
            </a:pPr>
            <a:r>
              <a:rPr lang="en-US" sz="2200" dirty="0">
                <a:solidFill>
                  <a:srgbClr val="374151"/>
                </a:solidFill>
                <a:latin typeface="Nunito"/>
                <a:ea typeface="+mn-lt"/>
                <a:cs typeface="+mn-lt"/>
              </a:rPr>
              <a:t>Understanding hierarchical relationships in data.</a:t>
            </a:r>
            <a:endParaRPr lang="en-US" sz="2200" dirty="0">
              <a:latin typeface="Nunito"/>
              <a:ea typeface="+mn-lt"/>
              <a:cs typeface="+mn-lt"/>
            </a:endParaRPr>
          </a:p>
        </p:txBody>
      </p:sp>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Tree>
    <p:extLst>
      <p:ext uri="{BB962C8B-B14F-4D97-AF65-F5344CB8AC3E}">
        <p14:creationId xmlns:p14="http://schemas.microsoft.com/office/powerpoint/2010/main" val="25842754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3017840" y="390476"/>
            <a:ext cx="615620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Nunito"/>
                <a:cs typeface="Times New Roman"/>
              </a:rPr>
              <a:t>Hierarchical Clustering</a:t>
            </a:r>
            <a:endParaRPr lang="en-US" b="1" spc="-30" dirty="0">
              <a:solidFill>
                <a:schemeClr val="accent1">
                  <a:lumMod val="50000"/>
                </a:schemeClr>
              </a:solidFill>
              <a:latin typeface="Nunito"/>
              <a:cs typeface="Times New Roman"/>
            </a:endParaRPr>
          </a:p>
        </p:txBody>
      </p:sp>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3" name="Picture 2" descr="Learn with an example : Hierarchical Clustering | by Rohan Joseph | Medium">
            <a:extLst>
              <a:ext uri="{FF2B5EF4-FFF2-40B4-BE49-F238E27FC236}">
                <a16:creationId xmlns:a16="http://schemas.microsoft.com/office/drawing/2014/main" id="{2037C250-D37B-3F71-E0BC-2C5AE7B5757B}"/>
              </a:ext>
            </a:extLst>
          </p:cNvPr>
          <p:cNvPicPr>
            <a:picLocks noChangeAspect="1"/>
          </p:cNvPicPr>
          <p:nvPr/>
        </p:nvPicPr>
        <p:blipFill>
          <a:blip r:embed="rId4"/>
          <a:stretch>
            <a:fillRect/>
          </a:stretch>
        </p:blipFill>
        <p:spPr>
          <a:xfrm>
            <a:off x="2488827" y="1501923"/>
            <a:ext cx="6541994" cy="5019567"/>
          </a:xfrm>
          <a:prstGeom prst="rect">
            <a:avLst/>
          </a:prstGeom>
        </p:spPr>
      </p:pic>
    </p:spTree>
    <p:extLst>
      <p:ext uri="{BB962C8B-B14F-4D97-AF65-F5344CB8AC3E}">
        <p14:creationId xmlns:p14="http://schemas.microsoft.com/office/powerpoint/2010/main" val="8120306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135251" y="356858"/>
            <a:ext cx="992698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Agglomerative </a:t>
            </a:r>
            <a:r>
              <a:rPr lang="en-IN" b="1" spc="-30" dirty="0">
                <a:solidFill>
                  <a:schemeClr val="accent1">
                    <a:lumMod val="50000"/>
                  </a:schemeClr>
                </a:solidFill>
                <a:latin typeface="Nunito"/>
                <a:cs typeface="Times New Roman"/>
              </a:rPr>
              <a:t>Hierarchical Clustering</a:t>
            </a:r>
            <a:endParaRPr lang="en-US" b="1" spc="-30" dirty="0">
              <a:solidFill>
                <a:schemeClr val="accent1">
                  <a:lumMod val="50000"/>
                </a:schemeClr>
              </a:solidFill>
              <a:latin typeface="Nunito"/>
              <a:cs typeface="Times New Roman"/>
            </a:endParaRPr>
          </a:p>
        </p:txBody>
      </p:sp>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2" name="TextBox 1">
            <a:extLst>
              <a:ext uri="{FF2B5EF4-FFF2-40B4-BE49-F238E27FC236}">
                <a16:creationId xmlns:a16="http://schemas.microsoft.com/office/drawing/2014/main" id="{1D0DC7BE-0814-E387-6483-710FAC5DE239}"/>
              </a:ext>
            </a:extLst>
          </p:cNvPr>
          <p:cNvSpPr txBox="1"/>
          <p:nvPr/>
        </p:nvSpPr>
        <p:spPr>
          <a:xfrm>
            <a:off x="689113" y="1325851"/>
            <a:ext cx="10817865" cy="44935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solidFill>
                  <a:srgbClr val="374151"/>
                </a:solidFill>
                <a:latin typeface="Nunito"/>
              </a:rPr>
              <a:t>Agglomerative hierarchical clustering is a "</a:t>
            </a:r>
            <a:r>
              <a:rPr lang="en-US" sz="2200" b="1" dirty="0">
                <a:solidFill>
                  <a:srgbClr val="374151"/>
                </a:solidFill>
                <a:latin typeface="Nunito"/>
              </a:rPr>
              <a:t>bottom-up</a:t>
            </a:r>
            <a:r>
              <a:rPr lang="en-US" sz="2200" dirty="0">
                <a:solidFill>
                  <a:srgbClr val="374151"/>
                </a:solidFill>
                <a:latin typeface="Nunito"/>
              </a:rPr>
              <a:t>" approach. It starts with each data point as an individual cluster and iteratively merges the closest clusters until a single cluster contains all data points.</a:t>
            </a:r>
            <a:endParaRPr lang="en-US" dirty="0">
              <a:cs typeface="Calibri"/>
            </a:endParaRPr>
          </a:p>
          <a:p>
            <a:endParaRPr lang="en-US" sz="2200" dirty="0">
              <a:solidFill>
                <a:srgbClr val="374151"/>
              </a:solidFill>
              <a:latin typeface="Nunito"/>
            </a:endParaRPr>
          </a:p>
          <a:p>
            <a:r>
              <a:rPr lang="en-US" sz="2200" b="1" dirty="0">
                <a:solidFill>
                  <a:srgbClr val="374151"/>
                </a:solidFill>
                <a:latin typeface="Nunito"/>
              </a:rPr>
              <a:t>Hierarchy Building:</a:t>
            </a:r>
          </a:p>
          <a:p>
            <a:pPr marL="342900" lvl="1" indent="-342900">
              <a:buFont typeface="Arial"/>
              <a:buChar char="•"/>
            </a:pPr>
            <a:r>
              <a:rPr lang="en-US" sz="2200" dirty="0">
                <a:solidFill>
                  <a:srgbClr val="374151"/>
                </a:solidFill>
                <a:latin typeface="Nunito"/>
              </a:rPr>
              <a:t>Start with each data point as a separate cluster.</a:t>
            </a:r>
          </a:p>
          <a:p>
            <a:pPr marL="342900" lvl="1" indent="-342900">
              <a:buFont typeface="Arial"/>
              <a:buChar char="•"/>
            </a:pPr>
            <a:r>
              <a:rPr lang="en-US" sz="2200" dirty="0">
                <a:solidFill>
                  <a:srgbClr val="374151"/>
                </a:solidFill>
                <a:latin typeface="Nunito"/>
              </a:rPr>
              <a:t>Identify the two closest clusters and merge them.</a:t>
            </a:r>
          </a:p>
          <a:p>
            <a:pPr marL="342900" lvl="1" indent="-342900">
              <a:buFont typeface="Arial"/>
              <a:buChar char="•"/>
            </a:pPr>
            <a:r>
              <a:rPr lang="en-US" sz="2200" dirty="0">
                <a:solidFill>
                  <a:srgbClr val="374151"/>
                </a:solidFill>
                <a:latin typeface="Nunito"/>
              </a:rPr>
              <a:t>Repeat step 2 until all data points are in a single cluster or a predefined stopping criterion is met.</a:t>
            </a:r>
          </a:p>
          <a:p>
            <a:pPr marL="342900" lvl="1" indent="-342900">
              <a:buFont typeface="Arial"/>
              <a:buChar char="•"/>
            </a:pPr>
            <a:r>
              <a:rPr lang="en-US" sz="2200" dirty="0">
                <a:solidFill>
                  <a:srgbClr val="374151"/>
                </a:solidFill>
                <a:latin typeface="Nunito"/>
              </a:rPr>
              <a:t>The hierarchy is represented as a dendrogram, showing the sequence of merges.</a:t>
            </a:r>
          </a:p>
          <a:p>
            <a:pPr marL="228600" lvl="1" indent="-228600">
              <a:buChar char="•"/>
            </a:pPr>
            <a:endParaRPr lang="en-US" sz="2200" dirty="0">
              <a:solidFill>
                <a:srgbClr val="374151"/>
              </a:solidFill>
              <a:latin typeface="Nunito"/>
            </a:endParaRPr>
          </a:p>
          <a:p>
            <a:r>
              <a:rPr lang="en-US" sz="2200" dirty="0">
                <a:solidFill>
                  <a:srgbClr val="374151"/>
                </a:solidFill>
                <a:latin typeface="Nunito"/>
              </a:rPr>
              <a:t>Agglomerative hierarchical clustering progressively combines data points into larger clusters based on their proximity, leading to a hierarchical structure.</a:t>
            </a:r>
          </a:p>
        </p:txBody>
      </p:sp>
    </p:spTree>
    <p:extLst>
      <p:ext uri="{BB962C8B-B14F-4D97-AF65-F5344CB8AC3E}">
        <p14:creationId xmlns:p14="http://schemas.microsoft.com/office/powerpoint/2010/main" val="13370933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1135251" y="356858"/>
            <a:ext cx="9926988"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Agglomerative </a:t>
            </a:r>
            <a:r>
              <a:rPr lang="en-IN" b="1" spc="-30" dirty="0">
                <a:solidFill>
                  <a:schemeClr val="accent1">
                    <a:lumMod val="50000"/>
                  </a:schemeClr>
                </a:solidFill>
                <a:latin typeface="Nunito"/>
                <a:cs typeface="Times New Roman"/>
              </a:rPr>
              <a:t>Hierarchical Clustering</a:t>
            </a:r>
            <a:endParaRPr lang="en-US" b="1" spc="-30" dirty="0">
              <a:solidFill>
                <a:schemeClr val="accent1">
                  <a:lumMod val="50000"/>
                </a:schemeClr>
              </a:solidFill>
              <a:latin typeface="Nunito"/>
              <a:cs typeface="Times New Roman"/>
            </a:endParaRPr>
          </a:p>
        </p:txBody>
      </p:sp>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3" name="Picture 2" descr="Hierarchical Agglomerative Clustering - Geeksforgeeks">
            <a:extLst>
              <a:ext uri="{FF2B5EF4-FFF2-40B4-BE49-F238E27FC236}">
                <a16:creationId xmlns:a16="http://schemas.microsoft.com/office/drawing/2014/main" id="{2D68222C-E5A1-4F16-B5AB-BCFB67F434C2}"/>
              </a:ext>
            </a:extLst>
          </p:cNvPr>
          <p:cNvPicPr>
            <a:picLocks noChangeAspect="1"/>
          </p:cNvPicPr>
          <p:nvPr/>
        </p:nvPicPr>
        <p:blipFill>
          <a:blip r:embed="rId4"/>
          <a:stretch>
            <a:fillRect/>
          </a:stretch>
        </p:blipFill>
        <p:spPr>
          <a:xfrm>
            <a:off x="1962150" y="1300032"/>
            <a:ext cx="7914713" cy="5384128"/>
          </a:xfrm>
          <a:prstGeom prst="rect">
            <a:avLst/>
          </a:prstGeom>
        </p:spPr>
      </p:pic>
    </p:spTree>
    <p:extLst>
      <p:ext uri="{BB962C8B-B14F-4D97-AF65-F5344CB8AC3E}">
        <p14:creationId xmlns:p14="http://schemas.microsoft.com/office/powerpoint/2010/main" val="24963865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graphicFrame>
        <p:nvGraphicFramePr>
          <p:cNvPr id="14" name="TextBox 1">
            <a:extLst>
              <a:ext uri="{FF2B5EF4-FFF2-40B4-BE49-F238E27FC236}">
                <a16:creationId xmlns:a16="http://schemas.microsoft.com/office/drawing/2014/main" id="{F2E3ED99-FFD5-111A-0085-EC705E2EA008}"/>
              </a:ext>
            </a:extLst>
          </p:cNvPr>
          <p:cNvGraphicFramePr/>
          <p:nvPr>
            <p:extLst>
              <p:ext uri="{D42A27DB-BD31-4B8C-83A1-F6EECF244321}">
                <p14:modId xmlns:p14="http://schemas.microsoft.com/office/powerpoint/2010/main" val="4239315270"/>
              </p:ext>
            </p:extLst>
          </p:nvPr>
        </p:nvGraphicFramePr>
        <p:xfrm>
          <a:off x="1252153" y="1282835"/>
          <a:ext cx="9107735" cy="48207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2" name="object 2">
            <a:extLst>
              <a:ext uri="{FF2B5EF4-FFF2-40B4-BE49-F238E27FC236}">
                <a16:creationId xmlns:a16="http://schemas.microsoft.com/office/drawing/2014/main" id="{4DE12BAA-D951-66C6-87E9-430D959C7A69}"/>
              </a:ext>
            </a:extLst>
          </p:cNvPr>
          <p:cNvSpPr txBox="1">
            <a:spLocks/>
          </p:cNvSpPr>
          <p:nvPr/>
        </p:nvSpPr>
        <p:spPr>
          <a:xfrm>
            <a:off x="1830016" y="373667"/>
            <a:ext cx="853185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Agglomerative </a:t>
            </a:r>
            <a:r>
              <a:rPr lang="en-IN" b="1" spc="-30" dirty="0">
                <a:solidFill>
                  <a:schemeClr val="accent1">
                    <a:lumMod val="50000"/>
                  </a:schemeClr>
                </a:solidFill>
                <a:latin typeface="Nunito"/>
                <a:cs typeface="Times New Roman"/>
              </a:rPr>
              <a:t>Clustering Steps</a:t>
            </a:r>
            <a:endParaRPr lang="en-US" b="1" spc="-30" dirty="0">
              <a:solidFill>
                <a:schemeClr val="accent1">
                  <a:lumMod val="50000"/>
                </a:schemeClr>
              </a:solidFill>
              <a:latin typeface="Nunito"/>
              <a:cs typeface="Times New Roman"/>
            </a:endParaRPr>
          </a:p>
        </p:txBody>
      </p:sp>
    </p:spTree>
    <p:extLst>
      <p:ext uri="{BB962C8B-B14F-4D97-AF65-F5344CB8AC3E}">
        <p14:creationId xmlns:p14="http://schemas.microsoft.com/office/powerpoint/2010/main" val="6674052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37D823-1AC0-1A6E-DF2A-6F3B5E824478}"/>
            </a:ext>
          </a:extLst>
        </p:cNvPr>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FBDEC790-4F6C-889F-B59D-7EAD173488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3" name="Picture 2">
            <a:extLst>
              <a:ext uri="{FF2B5EF4-FFF2-40B4-BE49-F238E27FC236}">
                <a16:creationId xmlns:a16="http://schemas.microsoft.com/office/drawing/2014/main" id="{7F44A6FD-A7C6-89AB-4FA7-72A38374EBDC}"/>
              </a:ext>
            </a:extLst>
          </p:cNvPr>
          <p:cNvPicPr>
            <a:picLocks noChangeAspect="1"/>
          </p:cNvPicPr>
          <p:nvPr/>
        </p:nvPicPr>
        <p:blipFill>
          <a:blip r:embed="rId4"/>
          <a:stretch>
            <a:fillRect/>
          </a:stretch>
        </p:blipFill>
        <p:spPr>
          <a:xfrm>
            <a:off x="274905" y="293923"/>
            <a:ext cx="6332769" cy="4244708"/>
          </a:xfrm>
          <a:prstGeom prst="rect">
            <a:avLst/>
          </a:prstGeom>
        </p:spPr>
      </p:pic>
      <p:pic>
        <p:nvPicPr>
          <p:cNvPr id="6" name="Picture 5">
            <a:extLst>
              <a:ext uri="{FF2B5EF4-FFF2-40B4-BE49-F238E27FC236}">
                <a16:creationId xmlns:a16="http://schemas.microsoft.com/office/drawing/2014/main" id="{6B3A72A7-E109-4FC7-32B3-EDFF3CAA076E}"/>
              </a:ext>
            </a:extLst>
          </p:cNvPr>
          <p:cNvPicPr>
            <a:picLocks noChangeAspect="1"/>
          </p:cNvPicPr>
          <p:nvPr/>
        </p:nvPicPr>
        <p:blipFill>
          <a:blip r:embed="rId5"/>
          <a:srcRect r="17744"/>
          <a:stretch/>
        </p:blipFill>
        <p:spPr>
          <a:xfrm>
            <a:off x="5974656" y="293923"/>
            <a:ext cx="5942439" cy="3581710"/>
          </a:xfrm>
          <a:prstGeom prst="rect">
            <a:avLst/>
          </a:prstGeom>
        </p:spPr>
      </p:pic>
    </p:spTree>
    <p:extLst>
      <p:ext uri="{BB962C8B-B14F-4D97-AF65-F5344CB8AC3E}">
        <p14:creationId xmlns:p14="http://schemas.microsoft.com/office/powerpoint/2010/main" val="25091218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A63234-8A51-A316-F673-61E1B12BBC35}"/>
            </a:ext>
          </a:extLst>
        </p:cNvPr>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A66FD84D-BB88-AA52-01F8-6600A3139C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pic>
        <p:nvPicPr>
          <p:cNvPr id="5" name="Picture 4">
            <a:extLst>
              <a:ext uri="{FF2B5EF4-FFF2-40B4-BE49-F238E27FC236}">
                <a16:creationId xmlns:a16="http://schemas.microsoft.com/office/drawing/2014/main" id="{3DEF0BF5-FE07-1855-A289-7EFE30CF22D6}"/>
              </a:ext>
            </a:extLst>
          </p:cNvPr>
          <p:cNvPicPr>
            <a:picLocks noChangeAspect="1"/>
          </p:cNvPicPr>
          <p:nvPr/>
        </p:nvPicPr>
        <p:blipFill>
          <a:blip r:embed="rId4"/>
          <a:stretch>
            <a:fillRect/>
          </a:stretch>
        </p:blipFill>
        <p:spPr>
          <a:xfrm>
            <a:off x="187534" y="257685"/>
            <a:ext cx="6035563" cy="3825572"/>
          </a:xfrm>
          <a:prstGeom prst="rect">
            <a:avLst/>
          </a:prstGeom>
        </p:spPr>
      </p:pic>
      <p:pic>
        <p:nvPicPr>
          <p:cNvPr id="8" name="Picture 7">
            <a:extLst>
              <a:ext uri="{FF2B5EF4-FFF2-40B4-BE49-F238E27FC236}">
                <a16:creationId xmlns:a16="http://schemas.microsoft.com/office/drawing/2014/main" id="{07ADEF27-AF45-DCD6-398A-EF8EBACF4EE6}"/>
              </a:ext>
            </a:extLst>
          </p:cNvPr>
          <p:cNvPicPr>
            <a:picLocks noChangeAspect="1"/>
          </p:cNvPicPr>
          <p:nvPr/>
        </p:nvPicPr>
        <p:blipFill>
          <a:blip r:embed="rId5"/>
          <a:stretch>
            <a:fillRect/>
          </a:stretch>
        </p:blipFill>
        <p:spPr>
          <a:xfrm>
            <a:off x="5055776" y="257685"/>
            <a:ext cx="6873836" cy="4282811"/>
          </a:xfrm>
          <a:prstGeom prst="rect">
            <a:avLst/>
          </a:prstGeom>
        </p:spPr>
      </p:pic>
    </p:spTree>
    <p:extLst>
      <p:ext uri="{BB962C8B-B14F-4D97-AF65-F5344CB8AC3E}">
        <p14:creationId xmlns:p14="http://schemas.microsoft.com/office/powerpoint/2010/main" val="13178662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2" name="object 2">
            <a:extLst>
              <a:ext uri="{FF2B5EF4-FFF2-40B4-BE49-F238E27FC236}">
                <a16:creationId xmlns:a16="http://schemas.microsoft.com/office/drawing/2014/main" id="{4DE12BAA-D951-66C6-87E9-430D959C7A69}"/>
              </a:ext>
            </a:extLst>
          </p:cNvPr>
          <p:cNvSpPr txBox="1">
            <a:spLocks/>
          </p:cNvSpPr>
          <p:nvPr/>
        </p:nvSpPr>
        <p:spPr>
          <a:xfrm>
            <a:off x="1830016" y="373667"/>
            <a:ext cx="853185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Agglomerative </a:t>
            </a:r>
            <a:r>
              <a:rPr lang="en-IN" b="1" spc="-30" dirty="0">
                <a:solidFill>
                  <a:schemeClr val="accent1">
                    <a:lumMod val="50000"/>
                  </a:schemeClr>
                </a:solidFill>
                <a:latin typeface="Nunito"/>
                <a:cs typeface="Times New Roman"/>
              </a:rPr>
              <a:t>Clustering Steps</a:t>
            </a:r>
            <a:endParaRPr lang="en-US" b="1" spc="-30" dirty="0">
              <a:solidFill>
                <a:schemeClr val="accent1">
                  <a:lumMod val="50000"/>
                </a:schemeClr>
              </a:solidFill>
              <a:latin typeface="Nunito"/>
              <a:cs typeface="Times New Roman"/>
            </a:endParaRPr>
          </a:p>
        </p:txBody>
      </p:sp>
      <p:sp>
        <p:nvSpPr>
          <p:cNvPr id="20" name="TextBox 19">
            <a:extLst>
              <a:ext uri="{FF2B5EF4-FFF2-40B4-BE49-F238E27FC236}">
                <a16:creationId xmlns:a16="http://schemas.microsoft.com/office/drawing/2014/main" id="{8A1CB3EE-AE02-38F2-181D-369D48E9CE61}"/>
              </a:ext>
            </a:extLst>
          </p:cNvPr>
          <p:cNvSpPr txBox="1"/>
          <p:nvPr/>
        </p:nvSpPr>
        <p:spPr>
          <a:xfrm>
            <a:off x="704752" y="1475523"/>
            <a:ext cx="10917257" cy="36048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b="1" dirty="0">
                <a:solidFill>
                  <a:srgbClr val="374151"/>
                </a:solidFill>
                <a:latin typeface="Nunito"/>
              </a:rPr>
              <a:t>Linkage Criteria:</a:t>
            </a:r>
            <a:endParaRPr lang="en-US" dirty="0"/>
          </a:p>
          <a:p>
            <a:pPr marL="342900" indent="-342900">
              <a:lnSpc>
                <a:spcPct val="150000"/>
              </a:lnSpc>
              <a:buFont typeface="Arial"/>
              <a:buChar char="•"/>
            </a:pPr>
            <a:r>
              <a:rPr lang="en-US" sz="2200" b="1" dirty="0">
                <a:solidFill>
                  <a:srgbClr val="374151"/>
                </a:solidFill>
                <a:latin typeface="Nunito"/>
              </a:rPr>
              <a:t>Single Linkage:</a:t>
            </a:r>
            <a:r>
              <a:rPr lang="en-US" sz="2200" dirty="0">
                <a:solidFill>
                  <a:srgbClr val="374151"/>
                </a:solidFill>
                <a:latin typeface="Nunito"/>
              </a:rPr>
              <a:t> The distance between two clusters is the minimum distance between any two data points, one from each cluster.</a:t>
            </a:r>
          </a:p>
          <a:p>
            <a:pPr marL="342900" indent="-342900">
              <a:lnSpc>
                <a:spcPct val="150000"/>
              </a:lnSpc>
              <a:buFont typeface="Arial"/>
              <a:buChar char="•"/>
            </a:pPr>
            <a:r>
              <a:rPr lang="en-US" sz="2200" b="1" dirty="0">
                <a:solidFill>
                  <a:srgbClr val="374151"/>
                </a:solidFill>
                <a:latin typeface="Nunito"/>
              </a:rPr>
              <a:t>Complete Linkage:</a:t>
            </a:r>
            <a:r>
              <a:rPr lang="en-US" sz="2200" dirty="0">
                <a:solidFill>
                  <a:srgbClr val="374151"/>
                </a:solidFill>
                <a:latin typeface="Nunito"/>
              </a:rPr>
              <a:t> The distance between two clusters is the maximum distance between any two data points, one from each cluster.</a:t>
            </a:r>
          </a:p>
          <a:p>
            <a:pPr marL="342900" indent="-342900">
              <a:lnSpc>
                <a:spcPct val="150000"/>
              </a:lnSpc>
              <a:buFont typeface="Arial"/>
              <a:buChar char="•"/>
            </a:pPr>
            <a:r>
              <a:rPr lang="en-US" sz="2200" b="1" dirty="0">
                <a:solidFill>
                  <a:srgbClr val="374151"/>
                </a:solidFill>
                <a:latin typeface="Nunito"/>
              </a:rPr>
              <a:t>Average Linkage:</a:t>
            </a:r>
            <a:r>
              <a:rPr lang="en-US" sz="2200" dirty="0">
                <a:solidFill>
                  <a:srgbClr val="374151"/>
                </a:solidFill>
                <a:latin typeface="Nunito"/>
              </a:rPr>
              <a:t> The distance between two clusters is the average distance between all data point pairs, one from each cluster.</a:t>
            </a:r>
          </a:p>
        </p:txBody>
      </p:sp>
    </p:spTree>
    <p:extLst>
      <p:ext uri="{BB962C8B-B14F-4D97-AF65-F5344CB8AC3E}">
        <p14:creationId xmlns:p14="http://schemas.microsoft.com/office/powerpoint/2010/main" val="36797154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2" name="object 2">
            <a:extLst>
              <a:ext uri="{FF2B5EF4-FFF2-40B4-BE49-F238E27FC236}">
                <a16:creationId xmlns:a16="http://schemas.microsoft.com/office/drawing/2014/main" id="{4DE12BAA-D951-66C6-87E9-430D959C7A69}"/>
              </a:ext>
            </a:extLst>
          </p:cNvPr>
          <p:cNvSpPr txBox="1">
            <a:spLocks/>
          </p:cNvSpPr>
          <p:nvPr/>
        </p:nvSpPr>
        <p:spPr>
          <a:xfrm>
            <a:off x="827313" y="457711"/>
            <a:ext cx="9633857"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Distance between two clusters</a:t>
            </a:r>
          </a:p>
        </p:txBody>
      </p:sp>
      <p:sp>
        <p:nvSpPr>
          <p:cNvPr id="3" name="TextBox 2">
            <a:extLst>
              <a:ext uri="{FF2B5EF4-FFF2-40B4-BE49-F238E27FC236}">
                <a16:creationId xmlns:a16="http://schemas.microsoft.com/office/drawing/2014/main" id="{27FF2DB1-A2B3-2E0B-BC7A-C1A005EB27BB}"/>
              </a:ext>
            </a:extLst>
          </p:cNvPr>
          <p:cNvSpPr txBox="1"/>
          <p:nvPr/>
        </p:nvSpPr>
        <p:spPr>
          <a:xfrm>
            <a:off x="827313" y="1269164"/>
            <a:ext cx="6096000" cy="646331"/>
          </a:xfrm>
          <a:prstGeom prst="rect">
            <a:avLst/>
          </a:prstGeom>
          <a:noFill/>
        </p:spPr>
        <p:txBody>
          <a:bodyPr wrap="square">
            <a:spAutoFit/>
          </a:bodyPr>
          <a:lstStyle/>
          <a:p>
            <a:pPr marL="285750" indent="-285750">
              <a:buFont typeface="Arial" panose="020B0604020202020204" pitchFamily="34" charset="0"/>
              <a:buChar char="•"/>
            </a:pPr>
            <a:r>
              <a:rPr lang="en-US" dirty="0"/>
              <a:t>Each cluster is a set of points</a:t>
            </a:r>
          </a:p>
          <a:p>
            <a:pPr marL="285750" indent="-285750">
              <a:buFont typeface="Arial" panose="020B0604020202020204" pitchFamily="34" charset="0"/>
              <a:buChar char="•"/>
            </a:pPr>
            <a:r>
              <a:rPr lang="en-US" dirty="0"/>
              <a:t>How do we define distance between two sets of points</a:t>
            </a:r>
          </a:p>
        </p:txBody>
      </p:sp>
      <p:sp>
        <p:nvSpPr>
          <p:cNvPr id="9" name="TextBox 8">
            <a:extLst>
              <a:ext uri="{FF2B5EF4-FFF2-40B4-BE49-F238E27FC236}">
                <a16:creationId xmlns:a16="http://schemas.microsoft.com/office/drawing/2014/main" id="{0053A23C-DE52-FA72-66DE-95923E1C9D8C}"/>
              </a:ext>
            </a:extLst>
          </p:cNvPr>
          <p:cNvSpPr txBox="1"/>
          <p:nvPr/>
        </p:nvSpPr>
        <p:spPr>
          <a:xfrm>
            <a:off x="642257" y="2274838"/>
            <a:ext cx="6096000" cy="2308324"/>
          </a:xfrm>
          <a:prstGeom prst="rect">
            <a:avLst/>
          </a:prstGeom>
          <a:noFill/>
        </p:spPr>
        <p:txBody>
          <a:bodyPr wrap="square">
            <a:spAutoFit/>
          </a:bodyPr>
          <a:lstStyle/>
          <a:p>
            <a:r>
              <a:rPr lang="en-US" b="1" dirty="0"/>
              <a:t>Hierarchical clustering –Distance between clusters</a:t>
            </a:r>
          </a:p>
          <a:p>
            <a:endParaRPr lang="en-US" dirty="0"/>
          </a:p>
          <a:p>
            <a:r>
              <a:rPr lang="en-US" b="1" dirty="0"/>
              <a:t>Linkage types</a:t>
            </a:r>
          </a:p>
          <a:p>
            <a:r>
              <a:rPr lang="en-US" dirty="0"/>
              <a:t>Single linkage</a:t>
            </a:r>
          </a:p>
          <a:p>
            <a:r>
              <a:rPr lang="en-US" dirty="0"/>
              <a:t>Complete linkage</a:t>
            </a:r>
          </a:p>
          <a:p>
            <a:r>
              <a:rPr lang="en-US" dirty="0"/>
              <a:t>Average linkage</a:t>
            </a:r>
          </a:p>
          <a:p>
            <a:r>
              <a:rPr lang="en-US" dirty="0"/>
              <a:t>Centroid linkage</a:t>
            </a:r>
          </a:p>
          <a:p>
            <a:r>
              <a:rPr lang="en-US" dirty="0"/>
              <a:t>Ward’s Method</a:t>
            </a:r>
          </a:p>
        </p:txBody>
      </p:sp>
      <p:pic>
        <p:nvPicPr>
          <p:cNvPr id="13" name="Picture 12">
            <a:extLst>
              <a:ext uri="{FF2B5EF4-FFF2-40B4-BE49-F238E27FC236}">
                <a16:creationId xmlns:a16="http://schemas.microsoft.com/office/drawing/2014/main" id="{D3303433-8FCF-FF31-78F4-9FC9625A5DF0}"/>
              </a:ext>
            </a:extLst>
          </p:cNvPr>
          <p:cNvPicPr>
            <a:picLocks noChangeAspect="1"/>
          </p:cNvPicPr>
          <p:nvPr/>
        </p:nvPicPr>
        <p:blipFill>
          <a:blip r:embed="rId4"/>
          <a:stretch>
            <a:fillRect/>
          </a:stretch>
        </p:blipFill>
        <p:spPr>
          <a:xfrm>
            <a:off x="6839811" y="3217240"/>
            <a:ext cx="1342663" cy="1151681"/>
          </a:xfrm>
          <a:prstGeom prst="rect">
            <a:avLst/>
          </a:prstGeom>
        </p:spPr>
      </p:pic>
      <p:sp>
        <p:nvSpPr>
          <p:cNvPr id="15" name="TextBox 14">
            <a:extLst>
              <a:ext uri="{FF2B5EF4-FFF2-40B4-BE49-F238E27FC236}">
                <a16:creationId xmlns:a16="http://schemas.microsoft.com/office/drawing/2014/main" id="{BACFDC5F-2EA5-1F6D-655B-8786436C0DB9}"/>
              </a:ext>
            </a:extLst>
          </p:cNvPr>
          <p:cNvSpPr txBox="1"/>
          <p:nvPr/>
        </p:nvSpPr>
        <p:spPr>
          <a:xfrm>
            <a:off x="6749144" y="1674673"/>
            <a:ext cx="4615543" cy="1200329"/>
          </a:xfrm>
          <a:prstGeom prst="rect">
            <a:avLst/>
          </a:prstGeom>
          <a:noFill/>
        </p:spPr>
        <p:txBody>
          <a:bodyPr wrap="square">
            <a:spAutoFit/>
          </a:bodyPr>
          <a:lstStyle/>
          <a:p>
            <a:r>
              <a:rPr lang="en-US" b="1" dirty="0"/>
              <a:t>Single linkage</a:t>
            </a:r>
          </a:p>
          <a:p>
            <a:r>
              <a:rPr lang="en-US" b="0" i="0" dirty="0">
                <a:solidFill>
                  <a:srgbClr val="0D0D0D"/>
                </a:solidFill>
                <a:effectLst/>
                <a:latin typeface="ui-sans-serif"/>
              </a:rPr>
              <a:t>The distance between two clusters is defined as the shortest distance between any two points, one from each cluster.</a:t>
            </a:r>
            <a:endParaRPr lang="en-US" dirty="0"/>
          </a:p>
        </p:txBody>
      </p:sp>
      <p:pic>
        <p:nvPicPr>
          <p:cNvPr id="17" name="Picture 16">
            <a:extLst>
              <a:ext uri="{FF2B5EF4-FFF2-40B4-BE49-F238E27FC236}">
                <a16:creationId xmlns:a16="http://schemas.microsoft.com/office/drawing/2014/main" id="{33526937-69E2-668A-4B6C-E8D9F1AD06CB}"/>
              </a:ext>
            </a:extLst>
          </p:cNvPr>
          <p:cNvPicPr>
            <a:picLocks noChangeAspect="1"/>
          </p:cNvPicPr>
          <p:nvPr/>
        </p:nvPicPr>
        <p:blipFill>
          <a:blip r:embed="rId5"/>
          <a:stretch>
            <a:fillRect/>
          </a:stretch>
        </p:blipFill>
        <p:spPr>
          <a:xfrm>
            <a:off x="6963963" y="5583974"/>
            <a:ext cx="1365813" cy="1151681"/>
          </a:xfrm>
          <a:prstGeom prst="rect">
            <a:avLst/>
          </a:prstGeom>
        </p:spPr>
      </p:pic>
      <p:sp>
        <p:nvSpPr>
          <p:cNvPr id="19" name="TextBox 18">
            <a:extLst>
              <a:ext uri="{FF2B5EF4-FFF2-40B4-BE49-F238E27FC236}">
                <a16:creationId xmlns:a16="http://schemas.microsoft.com/office/drawing/2014/main" id="{AF0BA858-6051-B6A5-57C8-0BC356864F68}"/>
              </a:ext>
            </a:extLst>
          </p:cNvPr>
          <p:cNvSpPr txBox="1"/>
          <p:nvPr/>
        </p:nvSpPr>
        <p:spPr>
          <a:xfrm>
            <a:off x="6839811" y="4495282"/>
            <a:ext cx="4709932" cy="1200329"/>
          </a:xfrm>
          <a:prstGeom prst="rect">
            <a:avLst/>
          </a:prstGeom>
          <a:noFill/>
        </p:spPr>
        <p:txBody>
          <a:bodyPr wrap="square">
            <a:spAutoFit/>
          </a:bodyPr>
          <a:lstStyle/>
          <a:p>
            <a:r>
              <a:rPr lang="en-US" b="1" dirty="0"/>
              <a:t>Complete linkage</a:t>
            </a:r>
          </a:p>
          <a:p>
            <a:r>
              <a:rPr lang="en-US" dirty="0"/>
              <a:t>The distance between two clusters is defined as the longest distance between any two points, one from each cluster.</a:t>
            </a:r>
          </a:p>
        </p:txBody>
      </p:sp>
      <p:sp>
        <p:nvSpPr>
          <p:cNvPr id="21" name="TextBox 20">
            <a:extLst>
              <a:ext uri="{FF2B5EF4-FFF2-40B4-BE49-F238E27FC236}">
                <a16:creationId xmlns:a16="http://schemas.microsoft.com/office/drawing/2014/main" id="{923659F0-71D6-2A0D-FE62-933F907E1AF2}"/>
              </a:ext>
            </a:extLst>
          </p:cNvPr>
          <p:cNvSpPr txBox="1"/>
          <p:nvPr/>
        </p:nvSpPr>
        <p:spPr>
          <a:xfrm>
            <a:off x="225707" y="4660644"/>
            <a:ext cx="6096000" cy="1200329"/>
          </a:xfrm>
          <a:prstGeom prst="rect">
            <a:avLst/>
          </a:prstGeom>
          <a:noFill/>
        </p:spPr>
        <p:txBody>
          <a:bodyPr wrap="square">
            <a:spAutoFit/>
          </a:bodyPr>
          <a:lstStyle/>
          <a:p>
            <a:r>
              <a:rPr lang="en-US" b="1" dirty="0"/>
              <a:t>Average linkage</a:t>
            </a:r>
          </a:p>
          <a:p>
            <a:r>
              <a:rPr lang="en-US" dirty="0"/>
              <a:t>Distance between two clusters is defined as the average distance between each point in one cluster to every point in the other cluster.</a:t>
            </a:r>
          </a:p>
        </p:txBody>
      </p:sp>
      <p:pic>
        <p:nvPicPr>
          <p:cNvPr id="23" name="Picture 22">
            <a:extLst>
              <a:ext uri="{FF2B5EF4-FFF2-40B4-BE49-F238E27FC236}">
                <a16:creationId xmlns:a16="http://schemas.microsoft.com/office/drawing/2014/main" id="{32804CE9-D007-E931-9904-24FBF1B20C25}"/>
              </a:ext>
            </a:extLst>
          </p:cNvPr>
          <p:cNvPicPr>
            <a:picLocks noChangeAspect="1"/>
          </p:cNvPicPr>
          <p:nvPr/>
        </p:nvPicPr>
        <p:blipFill>
          <a:blip r:embed="rId6"/>
          <a:stretch>
            <a:fillRect/>
          </a:stretch>
        </p:blipFill>
        <p:spPr>
          <a:xfrm>
            <a:off x="2809616" y="5531887"/>
            <a:ext cx="1620456" cy="1255853"/>
          </a:xfrm>
          <a:prstGeom prst="rect">
            <a:avLst/>
          </a:prstGeom>
        </p:spPr>
      </p:pic>
    </p:spTree>
    <p:extLst>
      <p:ext uri="{BB962C8B-B14F-4D97-AF65-F5344CB8AC3E}">
        <p14:creationId xmlns:p14="http://schemas.microsoft.com/office/powerpoint/2010/main" val="7301924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2" name="object 2">
            <a:extLst>
              <a:ext uri="{FF2B5EF4-FFF2-40B4-BE49-F238E27FC236}">
                <a16:creationId xmlns:a16="http://schemas.microsoft.com/office/drawing/2014/main" id="{4DE12BAA-D951-66C6-87E9-430D959C7A69}"/>
              </a:ext>
            </a:extLst>
          </p:cNvPr>
          <p:cNvSpPr txBox="1">
            <a:spLocks/>
          </p:cNvSpPr>
          <p:nvPr/>
        </p:nvSpPr>
        <p:spPr>
          <a:xfrm>
            <a:off x="4317722" y="457711"/>
            <a:ext cx="3455592"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Dendrogram</a:t>
            </a:r>
          </a:p>
        </p:txBody>
      </p:sp>
      <p:sp>
        <p:nvSpPr>
          <p:cNvPr id="2" name="TextBox 1">
            <a:extLst>
              <a:ext uri="{FF2B5EF4-FFF2-40B4-BE49-F238E27FC236}">
                <a16:creationId xmlns:a16="http://schemas.microsoft.com/office/drawing/2014/main" id="{2FA5B2BB-3652-C5DE-6222-8243D8D55BFE}"/>
              </a:ext>
            </a:extLst>
          </p:cNvPr>
          <p:cNvSpPr txBox="1"/>
          <p:nvPr/>
        </p:nvSpPr>
        <p:spPr>
          <a:xfrm>
            <a:off x="392073" y="1096860"/>
            <a:ext cx="10777817" cy="55938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panose="020B0604020202020204" pitchFamily="34" charset="0"/>
              <a:buChar char="•"/>
            </a:pPr>
            <a:r>
              <a:rPr lang="en-US" sz="2000" dirty="0">
                <a:solidFill>
                  <a:srgbClr val="374151"/>
                </a:solidFill>
                <a:latin typeface="Nunito"/>
              </a:rPr>
              <a:t>A dendrogram is a tree-like diagram in hierarchical clustering, displaying the sequence of cluster merges.</a:t>
            </a:r>
            <a:endParaRPr lang="en-US" sz="1600" dirty="0">
              <a:cs typeface="Calibri" panose="020F0502020204030204"/>
            </a:endParaRPr>
          </a:p>
          <a:p>
            <a:pPr marL="342900" indent="-342900">
              <a:lnSpc>
                <a:spcPct val="150000"/>
              </a:lnSpc>
              <a:buFont typeface="Arial" panose="020B0604020202020204" pitchFamily="34" charset="0"/>
              <a:buChar char="•"/>
            </a:pPr>
            <a:r>
              <a:rPr lang="en-US" sz="2000" dirty="0">
                <a:solidFill>
                  <a:srgbClr val="374151"/>
                </a:solidFill>
                <a:latin typeface="Nunito"/>
              </a:rPr>
              <a:t>A dendrogram is a treelike diagram that summarizes the process of clustering</a:t>
            </a:r>
          </a:p>
          <a:p>
            <a:pPr marL="342900" indent="-342900">
              <a:lnSpc>
                <a:spcPct val="150000"/>
              </a:lnSpc>
              <a:buFont typeface="Arial" panose="020B0604020202020204" pitchFamily="34" charset="0"/>
              <a:buChar char="•"/>
            </a:pPr>
            <a:r>
              <a:rPr lang="en-US" sz="2000" dirty="0">
                <a:solidFill>
                  <a:srgbClr val="374151"/>
                </a:solidFill>
                <a:latin typeface="Nunito"/>
              </a:rPr>
              <a:t>On the x-axis are the records </a:t>
            </a:r>
          </a:p>
          <a:p>
            <a:pPr marL="342900" indent="-342900">
              <a:lnSpc>
                <a:spcPct val="150000"/>
              </a:lnSpc>
              <a:buFont typeface="Arial" panose="020B0604020202020204" pitchFamily="34" charset="0"/>
              <a:buChar char="•"/>
            </a:pPr>
            <a:r>
              <a:rPr lang="en-US" sz="2000" dirty="0">
                <a:solidFill>
                  <a:srgbClr val="374151"/>
                </a:solidFill>
                <a:latin typeface="Nunito"/>
              </a:rPr>
              <a:t>Similar records are joined by lines whose vertical length reflects the distance between the records </a:t>
            </a:r>
          </a:p>
          <a:p>
            <a:pPr marL="342900" indent="-342900">
              <a:lnSpc>
                <a:spcPct val="150000"/>
              </a:lnSpc>
              <a:buFont typeface="Arial" panose="020B0604020202020204" pitchFamily="34" charset="0"/>
              <a:buChar char="•"/>
            </a:pPr>
            <a:r>
              <a:rPr lang="en-US" sz="2000" dirty="0">
                <a:solidFill>
                  <a:srgbClr val="374151"/>
                </a:solidFill>
                <a:latin typeface="Nunito"/>
              </a:rPr>
              <a:t>the greater the difference in height, the more dissimilarity</a:t>
            </a:r>
          </a:p>
          <a:p>
            <a:pPr marL="342900" indent="-342900">
              <a:lnSpc>
                <a:spcPct val="150000"/>
              </a:lnSpc>
              <a:buFont typeface="Arial" panose="020B0604020202020204" pitchFamily="34" charset="0"/>
              <a:buChar char="•"/>
            </a:pPr>
            <a:r>
              <a:rPr lang="en-US" sz="2000" dirty="0">
                <a:solidFill>
                  <a:srgbClr val="374151"/>
                </a:solidFill>
                <a:latin typeface="Nunito"/>
              </a:rPr>
              <a:t> By choosing a cutoff distance on the y-axis, a set of clusters is created</a:t>
            </a:r>
          </a:p>
          <a:p>
            <a:pPr>
              <a:lnSpc>
                <a:spcPct val="150000"/>
              </a:lnSpc>
            </a:pPr>
            <a:r>
              <a:rPr lang="en-US" sz="2000" b="1" dirty="0">
                <a:solidFill>
                  <a:srgbClr val="374151"/>
                </a:solidFill>
                <a:latin typeface="Nunito"/>
              </a:rPr>
              <a:t>Interpretation and Use:</a:t>
            </a:r>
          </a:p>
          <a:p>
            <a:pPr marL="342900" lvl="1" indent="-342900">
              <a:lnSpc>
                <a:spcPct val="150000"/>
              </a:lnSpc>
              <a:buFont typeface="Arial"/>
              <a:buChar char="•"/>
            </a:pPr>
            <a:r>
              <a:rPr lang="en-US" sz="2000" dirty="0">
                <a:solidFill>
                  <a:srgbClr val="374151"/>
                </a:solidFill>
                <a:latin typeface="Nunito"/>
              </a:rPr>
              <a:t>Visualizes hierarchical cluster structure.</a:t>
            </a:r>
          </a:p>
          <a:p>
            <a:pPr marL="342900" lvl="1" indent="-342900">
              <a:lnSpc>
                <a:spcPct val="150000"/>
              </a:lnSpc>
              <a:buFont typeface="Arial"/>
              <a:buChar char="•"/>
            </a:pPr>
            <a:r>
              <a:rPr lang="en-US" sz="2000" dirty="0">
                <a:solidFill>
                  <a:srgbClr val="374151"/>
                </a:solidFill>
                <a:latin typeface="Nunito"/>
              </a:rPr>
              <a:t>Helps determine optimal cluster granularity.</a:t>
            </a:r>
          </a:p>
          <a:p>
            <a:pPr marL="342900" lvl="1" indent="-342900">
              <a:lnSpc>
                <a:spcPct val="150000"/>
              </a:lnSpc>
              <a:buFont typeface="Arial"/>
              <a:buChar char="•"/>
            </a:pPr>
            <a:r>
              <a:rPr lang="en-US" sz="2000" dirty="0">
                <a:solidFill>
                  <a:srgbClr val="374151"/>
                </a:solidFill>
                <a:latin typeface="Nunito"/>
              </a:rPr>
              <a:t>Aids in understanding data point relationships and similarities.</a:t>
            </a:r>
          </a:p>
        </p:txBody>
      </p:sp>
    </p:spTree>
    <p:extLst>
      <p:ext uri="{BB962C8B-B14F-4D97-AF65-F5344CB8AC3E}">
        <p14:creationId xmlns:p14="http://schemas.microsoft.com/office/powerpoint/2010/main" val="24104245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2" name="object 2">
            <a:extLst>
              <a:ext uri="{FF2B5EF4-FFF2-40B4-BE49-F238E27FC236}">
                <a16:creationId xmlns:a16="http://schemas.microsoft.com/office/drawing/2014/main" id="{4DE12BAA-D951-66C6-87E9-430D959C7A69}"/>
              </a:ext>
            </a:extLst>
          </p:cNvPr>
          <p:cNvSpPr txBox="1">
            <a:spLocks/>
          </p:cNvSpPr>
          <p:nvPr/>
        </p:nvSpPr>
        <p:spPr>
          <a:xfrm>
            <a:off x="4317722" y="457711"/>
            <a:ext cx="3455592"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Dendrogram</a:t>
            </a:r>
          </a:p>
        </p:txBody>
      </p:sp>
      <p:pic>
        <p:nvPicPr>
          <p:cNvPr id="5" name="Picture 4">
            <a:extLst>
              <a:ext uri="{FF2B5EF4-FFF2-40B4-BE49-F238E27FC236}">
                <a16:creationId xmlns:a16="http://schemas.microsoft.com/office/drawing/2014/main" id="{E140B4F0-DC33-1670-CF01-393362F59D47}"/>
              </a:ext>
            </a:extLst>
          </p:cNvPr>
          <p:cNvPicPr>
            <a:picLocks noChangeAspect="1"/>
          </p:cNvPicPr>
          <p:nvPr/>
        </p:nvPicPr>
        <p:blipFill>
          <a:blip r:embed="rId4"/>
          <a:stretch>
            <a:fillRect/>
          </a:stretch>
        </p:blipFill>
        <p:spPr>
          <a:xfrm>
            <a:off x="2177848" y="1895396"/>
            <a:ext cx="7836303" cy="3067208"/>
          </a:xfrm>
          <a:prstGeom prst="rect">
            <a:avLst/>
          </a:prstGeom>
        </p:spPr>
      </p:pic>
    </p:spTree>
    <p:extLst>
      <p:ext uri="{BB962C8B-B14F-4D97-AF65-F5344CB8AC3E}">
        <p14:creationId xmlns:p14="http://schemas.microsoft.com/office/powerpoint/2010/main" val="29907379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2" name="object 2">
            <a:extLst>
              <a:ext uri="{FF2B5EF4-FFF2-40B4-BE49-F238E27FC236}">
                <a16:creationId xmlns:a16="http://schemas.microsoft.com/office/drawing/2014/main" id="{4DE12BAA-D951-66C6-87E9-430D959C7A69}"/>
              </a:ext>
            </a:extLst>
          </p:cNvPr>
          <p:cNvSpPr txBox="1">
            <a:spLocks/>
          </p:cNvSpPr>
          <p:nvPr/>
        </p:nvSpPr>
        <p:spPr>
          <a:xfrm>
            <a:off x="4317722" y="457711"/>
            <a:ext cx="3455592"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Dendrogram</a:t>
            </a:r>
          </a:p>
        </p:txBody>
      </p:sp>
      <p:pic>
        <p:nvPicPr>
          <p:cNvPr id="3" name="Picture 2" descr="Dendrogram in hierarchical clustering - Data Science Stack Exchange">
            <a:extLst>
              <a:ext uri="{FF2B5EF4-FFF2-40B4-BE49-F238E27FC236}">
                <a16:creationId xmlns:a16="http://schemas.microsoft.com/office/drawing/2014/main" id="{A6CB3201-1464-6C70-5900-4BEDF6B60715}"/>
              </a:ext>
            </a:extLst>
          </p:cNvPr>
          <p:cNvPicPr>
            <a:picLocks noChangeAspect="1"/>
          </p:cNvPicPr>
          <p:nvPr/>
        </p:nvPicPr>
        <p:blipFill rotWithShape="1">
          <a:blip r:embed="rId4"/>
          <a:srcRect r="-63" b="10692"/>
          <a:stretch/>
        </p:blipFill>
        <p:spPr>
          <a:xfrm>
            <a:off x="1009651" y="1236864"/>
            <a:ext cx="10172705" cy="4703944"/>
          </a:xfrm>
          <a:prstGeom prst="rect">
            <a:avLst/>
          </a:prstGeom>
        </p:spPr>
      </p:pic>
    </p:spTree>
    <p:extLst>
      <p:ext uri="{BB962C8B-B14F-4D97-AF65-F5344CB8AC3E}">
        <p14:creationId xmlns:p14="http://schemas.microsoft.com/office/powerpoint/2010/main" val="30050707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78BF97-5598-A48F-03BC-22B070FEE976}"/>
            </a:ext>
          </a:extLst>
        </p:cNvPr>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6EC3BA17-E183-9B3C-7539-9E0F64E683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2" name="object 2">
            <a:extLst>
              <a:ext uri="{FF2B5EF4-FFF2-40B4-BE49-F238E27FC236}">
                <a16:creationId xmlns:a16="http://schemas.microsoft.com/office/drawing/2014/main" id="{60842BAA-0517-BEF6-F878-8828C2D1ADA0}"/>
              </a:ext>
            </a:extLst>
          </p:cNvPr>
          <p:cNvSpPr txBox="1">
            <a:spLocks/>
          </p:cNvSpPr>
          <p:nvPr/>
        </p:nvSpPr>
        <p:spPr>
          <a:xfrm>
            <a:off x="4317722" y="457711"/>
            <a:ext cx="3455592"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Dendrogram</a:t>
            </a:r>
          </a:p>
        </p:txBody>
      </p:sp>
      <p:pic>
        <p:nvPicPr>
          <p:cNvPr id="5" name="Picture 4">
            <a:extLst>
              <a:ext uri="{FF2B5EF4-FFF2-40B4-BE49-F238E27FC236}">
                <a16:creationId xmlns:a16="http://schemas.microsoft.com/office/drawing/2014/main" id="{8210F224-F6AB-E0CC-4134-1CDE8886736B}"/>
              </a:ext>
            </a:extLst>
          </p:cNvPr>
          <p:cNvPicPr>
            <a:picLocks noChangeAspect="1"/>
          </p:cNvPicPr>
          <p:nvPr/>
        </p:nvPicPr>
        <p:blipFill>
          <a:blip r:embed="rId4"/>
          <a:stretch>
            <a:fillRect/>
          </a:stretch>
        </p:blipFill>
        <p:spPr>
          <a:xfrm>
            <a:off x="391261" y="1296568"/>
            <a:ext cx="5537591" cy="4499548"/>
          </a:xfrm>
          <a:prstGeom prst="rect">
            <a:avLst/>
          </a:prstGeom>
        </p:spPr>
      </p:pic>
      <p:pic>
        <p:nvPicPr>
          <p:cNvPr id="7" name="Picture 6">
            <a:extLst>
              <a:ext uri="{FF2B5EF4-FFF2-40B4-BE49-F238E27FC236}">
                <a16:creationId xmlns:a16="http://schemas.microsoft.com/office/drawing/2014/main" id="{09630BC8-8A0A-ED6A-EDB1-432D3C3E2A74}"/>
              </a:ext>
            </a:extLst>
          </p:cNvPr>
          <p:cNvPicPr>
            <a:picLocks noChangeAspect="1"/>
          </p:cNvPicPr>
          <p:nvPr/>
        </p:nvPicPr>
        <p:blipFill>
          <a:blip r:embed="rId5"/>
          <a:stretch>
            <a:fillRect/>
          </a:stretch>
        </p:blipFill>
        <p:spPr>
          <a:xfrm>
            <a:off x="6206496" y="1513682"/>
            <a:ext cx="5723116" cy="2690093"/>
          </a:xfrm>
          <a:prstGeom prst="rect">
            <a:avLst/>
          </a:prstGeom>
        </p:spPr>
      </p:pic>
    </p:spTree>
    <p:extLst>
      <p:ext uri="{BB962C8B-B14F-4D97-AF65-F5344CB8AC3E}">
        <p14:creationId xmlns:p14="http://schemas.microsoft.com/office/powerpoint/2010/main" val="465254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2" name="object 2">
            <a:extLst>
              <a:ext uri="{FF2B5EF4-FFF2-40B4-BE49-F238E27FC236}">
                <a16:creationId xmlns:a16="http://schemas.microsoft.com/office/drawing/2014/main" id="{4DE12BAA-D951-66C6-87E9-430D959C7A69}"/>
              </a:ext>
            </a:extLst>
          </p:cNvPr>
          <p:cNvSpPr txBox="1">
            <a:spLocks/>
          </p:cNvSpPr>
          <p:nvPr/>
        </p:nvSpPr>
        <p:spPr>
          <a:xfrm>
            <a:off x="827313" y="457711"/>
            <a:ext cx="9633857"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Scaling</a:t>
            </a:r>
          </a:p>
        </p:txBody>
      </p:sp>
      <p:sp>
        <p:nvSpPr>
          <p:cNvPr id="15" name="TextBox 14">
            <a:extLst>
              <a:ext uri="{FF2B5EF4-FFF2-40B4-BE49-F238E27FC236}">
                <a16:creationId xmlns:a16="http://schemas.microsoft.com/office/drawing/2014/main" id="{BACFDC5F-2EA5-1F6D-655B-8786436C0DB9}"/>
              </a:ext>
            </a:extLst>
          </p:cNvPr>
          <p:cNvSpPr txBox="1"/>
          <p:nvPr/>
        </p:nvSpPr>
        <p:spPr>
          <a:xfrm>
            <a:off x="827313" y="1276623"/>
            <a:ext cx="4615543" cy="1754326"/>
          </a:xfrm>
          <a:prstGeom prst="rect">
            <a:avLst/>
          </a:prstGeom>
          <a:noFill/>
        </p:spPr>
        <p:txBody>
          <a:bodyPr wrap="square">
            <a:spAutoFit/>
          </a:bodyPr>
          <a:lstStyle/>
          <a:p>
            <a:r>
              <a:rPr lang="en-US" b="1" dirty="0"/>
              <a:t>Centroid linkage</a:t>
            </a:r>
          </a:p>
          <a:p>
            <a:pPr marL="285750" indent="-285750">
              <a:buFont typeface="Arial" panose="020B0604020202020204" pitchFamily="34" charset="0"/>
              <a:buChar char="•"/>
            </a:pPr>
            <a:r>
              <a:rPr lang="en-US" b="0" i="0" dirty="0">
                <a:solidFill>
                  <a:srgbClr val="0D0D0D"/>
                </a:solidFill>
                <a:effectLst/>
                <a:latin typeface="ui-sans-serif"/>
              </a:rPr>
              <a:t>Based on centroid distance. clusters are represented by their mean values for each variable, which forms a vector of means.</a:t>
            </a:r>
          </a:p>
          <a:p>
            <a:pPr marL="285750" indent="-285750">
              <a:buFont typeface="Arial" panose="020B0604020202020204" pitchFamily="34" charset="0"/>
              <a:buChar char="•"/>
            </a:pPr>
            <a:r>
              <a:rPr lang="en-US" b="0" i="0" dirty="0">
                <a:solidFill>
                  <a:srgbClr val="0D0D0D"/>
                </a:solidFill>
                <a:effectLst/>
                <a:latin typeface="ui-sans-serif"/>
              </a:rPr>
              <a:t>Distance between 2 clusters is distance between the 2 vectors</a:t>
            </a:r>
            <a:endParaRPr lang="en-US" dirty="0"/>
          </a:p>
        </p:txBody>
      </p:sp>
      <p:sp>
        <p:nvSpPr>
          <p:cNvPr id="21" name="TextBox 20">
            <a:extLst>
              <a:ext uri="{FF2B5EF4-FFF2-40B4-BE49-F238E27FC236}">
                <a16:creationId xmlns:a16="http://schemas.microsoft.com/office/drawing/2014/main" id="{923659F0-71D6-2A0D-FE62-933F907E1AF2}"/>
              </a:ext>
            </a:extLst>
          </p:cNvPr>
          <p:cNvSpPr txBox="1"/>
          <p:nvPr/>
        </p:nvSpPr>
        <p:spPr>
          <a:xfrm>
            <a:off x="979713" y="3030949"/>
            <a:ext cx="4757058" cy="2031325"/>
          </a:xfrm>
          <a:prstGeom prst="rect">
            <a:avLst/>
          </a:prstGeom>
          <a:noFill/>
        </p:spPr>
        <p:txBody>
          <a:bodyPr wrap="square">
            <a:spAutoFit/>
          </a:bodyPr>
          <a:lstStyle/>
          <a:p>
            <a:r>
              <a:rPr lang="en-US" b="1" dirty="0"/>
              <a:t>Ward’s Method</a:t>
            </a:r>
          </a:p>
          <a:p>
            <a:r>
              <a:rPr lang="en-US" dirty="0"/>
              <a:t>Like group average and centroid distance</a:t>
            </a:r>
          </a:p>
          <a:p>
            <a:r>
              <a:rPr lang="en-US" dirty="0"/>
              <a:t>joins records and clusters together progressively to produce larger and larger clusters but operates slightly differently from the general approach.</a:t>
            </a:r>
          </a:p>
          <a:p>
            <a:r>
              <a:rPr lang="en-US" dirty="0"/>
              <a:t>32</a:t>
            </a:r>
          </a:p>
        </p:txBody>
      </p:sp>
      <p:pic>
        <p:nvPicPr>
          <p:cNvPr id="7" name="Picture 6">
            <a:extLst>
              <a:ext uri="{FF2B5EF4-FFF2-40B4-BE49-F238E27FC236}">
                <a16:creationId xmlns:a16="http://schemas.microsoft.com/office/drawing/2014/main" id="{80E26FAF-9DD8-20F3-0559-BD826EDDA2FE}"/>
              </a:ext>
            </a:extLst>
          </p:cNvPr>
          <p:cNvPicPr>
            <a:picLocks noChangeAspect="1"/>
          </p:cNvPicPr>
          <p:nvPr/>
        </p:nvPicPr>
        <p:blipFill>
          <a:blip r:embed="rId4"/>
          <a:stretch>
            <a:fillRect/>
          </a:stretch>
        </p:blipFill>
        <p:spPr>
          <a:xfrm>
            <a:off x="1372426" y="4965038"/>
            <a:ext cx="3661753" cy="1151681"/>
          </a:xfrm>
          <a:prstGeom prst="rect">
            <a:avLst/>
          </a:prstGeom>
        </p:spPr>
      </p:pic>
      <p:sp>
        <p:nvSpPr>
          <p:cNvPr id="10" name="TextBox 9">
            <a:extLst>
              <a:ext uri="{FF2B5EF4-FFF2-40B4-BE49-F238E27FC236}">
                <a16:creationId xmlns:a16="http://schemas.microsoft.com/office/drawing/2014/main" id="{12BF0CE0-D0AB-2D62-CA4C-6F430FC7FCED}"/>
              </a:ext>
            </a:extLst>
          </p:cNvPr>
          <p:cNvSpPr txBox="1"/>
          <p:nvPr/>
        </p:nvSpPr>
        <p:spPr>
          <a:xfrm>
            <a:off x="5611583" y="1463740"/>
            <a:ext cx="6096000" cy="1200329"/>
          </a:xfrm>
          <a:prstGeom prst="rect">
            <a:avLst/>
          </a:prstGeom>
          <a:noFill/>
        </p:spPr>
        <p:txBody>
          <a:bodyPr wrap="square">
            <a:spAutoFit/>
          </a:bodyPr>
          <a:lstStyle/>
          <a:p>
            <a:pPr marR="132600" algn="ctr"/>
            <a:r>
              <a:rPr lang="en-US" sz="1800" b="0" i="0" u="none" strike="noStrike" baseline="0" dirty="0" err="1">
                <a:solidFill>
                  <a:srgbClr val="000000"/>
                </a:solidFill>
                <a:latin typeface="Arial" panose="020B0604020202020204" pitchFamily="34" charset="0"/>
              </a:rPr>
              <a:t>ZScaling</a:t>
            </a:r>
            <a:endParaRPr lang="en-US" sz="1800" b="0" i="0" u="none" strike="noStrike" baseline="0" dirty="0">
              <a:solidFill>
                <a:srgbClr val="000000"/>
              </a:solidFill>
              <a:latin typeface="Arial" panose="020B0604020202020204" pitchFamily="34" charset="0"/>
            </a:endParaRPr>
          </a:p>
          <a:p>
            <a:pPr marL="285750" marR="0" indent="-285750" algn="l">
              <a:buFont typeface="Arial" panose="020B0604020202020204" pitchFamily="34" charset="0"/>
              <a:buChar char="•"/>
            </a:pPr>
            <a:r>
              <a:rPr lang="en-US" dirty="0">
                <a:solidFill>
                  <a:srgbClr val="0D0D0D"/>
                </a:solidFill>
                <a:latin typeface="ui-sans-serif"/>
              </a:rPr>
              <a:t>Features will be rescaled</a:t>
            </a:r>
          </a:p>
          <a:p>
            <a:pPr marL="285750" marR="0" indent="-285750" algn="l">
              <a:buFont typeface="Arial" panose="020B0604020202020204" pitchFamily="34" charset="0"/>
              <a:buChar char="•"/>
            </a:pPr>
            <a:r>
              <a:rPr lang="en-US" dirty="0">
                <a:solidFill>
                  <a:srgbClr val="0D0D0D"/>
                </a:solidFill>
                <a:latin typeface="ui-sans-serif"/>
              </a:rPr>
              <a:t>Have the properties of a standard normal distribution</a:t>
            </a:r>
          </a:p>
          <a:p>
            <a:pPr marL="285750" marR="0" indent="-285750" algn="l">
              <a:buFont typeface="Arial" panose="020B0604020202020204" pitchFamily="34" charset="0"/>
              <a:buChar char="•"/>
            </a:pPr>
            <a:r>
              <a:rPr lang="el-GR" dirty="0">
                <a:solidFill>
                  <a:srgbClr val="0D0D0D"/>
                </a:solidFill>
                <a:latin typeface="ui-sans-serif"/>
              </a:rPr>
              <a:t>μ=0 and σ=1</a:t>
            </a:r>
          </a:p>
        </p:txBody>
      </p:sp>
      <p:pic>
        <p:nvPicPr>
          <p:cNvPr id="12" name="Picture 11">
            <a:extLst>
              <a:ext uri="{FF2B5EF4-FFF2-40B4-BE49-F238E27FC236}">
                <a16:creationId xmlns:a16="http://schemas.microsoft.com/office/drawing/2014/main" id="{B5B287D8-9C37-E8A8-2EA6-D85CDAB3E681}"/>
              </a:ext>
            </a:extLst>
          </p:cNvPr>
          <p:cNvPicPr>
            <a:picLocks noChangeAspect="1"/>
          </p:cNvPicPr>
          <p:nvPr/>
        </p:nvPicPr>
        <p:blipFill>
          <a:blip r:embed="rId5"/>
          <a:stretch>
            <a:fillRect/>
          </a:stretch>
        </p:blipFill>
        <p:spPr>
          <a:xfrm>
            <a:off x="7537324" y="2381334"/>
            <a:ext cx="949124" cy="434051"/>
          </a:xfrm>
          <a:prstGeom prst="rect">
            <a:avLst/>
          </a:prstGeom>
        </p:spPr>
      </p:pic>
      <p:sp>
        <p:nvSpPr>
          <p:cNvPr id="16" name="TextBox 15">
            <a:extLst>
              <a:ext uri="{FF2B5EF4-FFF2-40B4-BE49-F238E27FC236}">
                <a16:creationId xmlns:a16="http://schemas.microsoft.com/office/drawing/2014/main" id="{09726FD2-CA4B-06FF-93DA-B3F08275693C}"/>
              </a:ext>
            </a:extLst>
          </p:cNvPr>
          <p:cNvSpPr txBox="1"/>
          <p:nvPr/>
        </p:nvSpPr>
        <p:spPr>
          <a:xfrm>
            <a:off x="5889171" y="2993603"/>
            <a:ext cx="6096000" cy="1200329"/>
          </a:xfrm>
          <a:prstGeom prst="rect">
            <a:avLst/>
          </a:prstGeom>
          <a:noFill/>
        </p:spPr>
        <p:txBody>
          <a:bodyPr wrap="square">
            <a:spAutoFit/>
          </a:bodyPr>
          <a:lstStyle/>
          <a:p>
            <a:pPr marR="32390" algn="l"/>
            <a:r>
              <a:rPr lang="en-US" b="1" dirty="0">
                <a:solidFill>
                  <a:srgbClr val="0D0D0D"/>
                </a:solidFill>
                <a:latin typeface="ui-sans-serif"/>
              </a:rPr>
              <a:t>Min Max scaling</a:t>
            </a:r>
          </a:p>
          <a:p>
            <a:pPr marL="285750" marR="0" indent="-285750" algn="l">
              <a:buFont typeface="Arial" panose="020B0604020202020204" pitchFamily="34" charset="0"/>
              <a:buChar char="•"/>
            </a:pPr>
            <a:r>
              <a:rPr lang="en-US" dirty="0">
                <a:solidFill>
                  <a:srgbClr val="0D0D0D"/>
                </a:solidFill>
                <a:latin typeface="ui-sans-serif"/>
              </a:rPr>
              <a:t>The data is scaled to a fixed range -0 to 1.</a:t>
            </a:r>
          </a:p>
          <a:p>
            <a:pPr marL="285750" marR="0" indent="-285750" algn="l">
              <a:buFont typeface="Arial" panose="020B0604020202020204" pitchFamily="34" charset="0"/>
              <a:buChar char="•"/>
            </a:pPr>
            <a:r>
              <a:rPr lang="en-US" dirty="0">
                <a:solidFill>
                  <a:srgbClr val="0D0D0D"/>
                </a:solidFill>
                <a:latin typeface="ui-sans-serif"/>
              </a:rPr>
              <a:t>The cost of having this bounded range -smaller standard deviations, which can suppress the effect of outliers </a:t>
            </a:r>
          </a:p>
        </p:txBody>
      </p:sp>
      <p:pic>
        <p:nvPicPr>
          <p:cNvPr id="20" name="Picture 19">
            <a:extLst>
              <a:ext uri="{FF2B5EF4-FFF2-40B4-BE49-F238E27FC236}">
                <a16:creationId xmlns:a16="http://schemas.microsoft.com/office/drawing/2014/main" id="{FAB6B75B-D20A-18B5-148E-43424952A52B}"/>
              </a:ext>
            </a:extLst>
          </p:cNvPr>
          <p:cNvPicPr>
            <a:picLocks noChangeAspect="1"/>
          </p:cNvPicPr>
          <p:nvPr/>
        </p:nvPicPr>
        <p:blipFill>
          <a:blip r:embed="rId6"/>
          <a:stretch>
            <a:fillRect/>
          </a:stretch>
        </p:blipFill>
        <p:spPr>
          <a:xfrm>
            <a:off x="6183086" y="4193932"/>
            <a:ext cx="1851949" cy="677119"/>
          </a:xfrm>
          <a:prstGeom prst="rect">
            <a:avLst/>
          </a:prstGeom>
        </p:spPr>
      </p:pic>
    </p:spTree>
    <p:extLst>
      <p:ext uri="{BB962C8B-B14F-4D97-AF65-F5344CB8AC3E}">
        <p14:creationId xmlns:p14="http://schemas.microsoft.com/office/powerpoint/2010/main" val="28993655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2" name="object 2">
            <a:extLst>
              <a:ext uri="{FF2B5EF4-FFF2-40B4-BE49-F238E27FC236}">
                <a16:creationId xmlns:a16="http://schemas.microsoft.com/office/drawing/2014/main" id="{4DE12BAA-D951-66C6-87E9-430D959C7A69}"/>
              </a:ext>
            </a:extLst>
          </p:cNvPr>
          <p:cNvSpPr txBox="1">
            <a:spLocks/>
          </p:cNvSpPr>
          <p:nvPr/>
        </p:nvSpPr>
        <p:spPr>
          <a:xfrm>
            <a:off x="827313" y="457711"/>
            <a:ext cx="9633857"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Scaling</a:t>
            </a:r>
          </a:p>
        </p:txBody>
      </p:sp>
      <p:pic>
        <p:nvPicPr>
          <p:cNvPr id="3" name="Picture 2">
            <a:extLst>
              <a:ext uri="{FF2B5EF4-FFF2-40B4-BE49-F238E27FC236}">
                <a16:creationId xmlns:a16="http://schemas.microsoft.com/office/drawing/2014/main" id="{1FC1622B-1FA1-1F6F-6BE3-3D3EB810F60D}"/>
              </a:ext>
            </a:extLst>
          </p:cNvPr>
          <p:cNvPicPr>
            <a:picLocks noChangeAspect="1"/>
          </p:cNvPicPr>
          <p:nvPr/>
        </p:nvPicPr>
        <p:blipFill>
          <a:blip r:embed="rId4"/>
          <a:stretch>
            <a:fillRect/>
          </a:stretch>
        </p:blipFill>
        <p:spPr>
          <a:xfrm>
            <a:off x="622019" y="1554756"/>
            <a:ext cx="5473981" cy="3378374"/>
          </a:xfrm>
          <a:prstGeom prst="rect">
            <a:avLst/>
          </a:prstGeom>
        </p:spPr>
      </p:pic>
    </p:spTree>
    <p:extLst>
      <p:ext uri="{BB962C8B-B14F-4D97-AF65-F5344CB8AC3E}">
        <p14:creationId xmlns:p14="http://schemas.microsoft.com/office/powerpoint/2010/main" val="12976703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blue letter on a black background&#10;&#10;Description automatically generated">
            <a:extLst>
              <a:ext uri="{FF2B5EF4-FFF2-40B4-BE49-F238E27FC236}">
                <a16:creationId xmlns:a16="http://schemas.microsoft.com/office/drawing/2014/main" id="{5CE34AC3-D227-7C3A-5E21-C259BF1A92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42" name="object 2">
            <a:extLst>
              <a:ext uri="{FF2B5EF4-FFF2-40B4-BE49-F238E27FC236}">
                <a16:creationId xmlns:a16="http://schemas.microsoft.com/office/drawing/2014/main" id="{4DE12BAA-D951-66C6-87E9-430D959C7A69}"/>
              </a:ext>
            </a:extLst>
          </p:cNvPr>
          <p:cNvSpPr txBox="1">
            <a:spLocks/>
          </p:cNvSpPr>
          <p:nvPr/>
        </p:nvSpPr>
        <p:spPr>
          <a:xfrm>
            <a:off x="4821987" y="491329"/>
            <a:ext cx="254791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US" b="1" spc="-30" dirty="0">
                <a:solidFill>
                  <a:schemeClr val="accent1">
                    <a:lumMod val="50000"/>
                  </a:schemeClr>
                </a:solidFill>
                <a:latin typeface="Nunito"/>
                <a:cs typeface="Times New Roman"/>
              </a:rPr>
              <a:t>Question</a:t>
            </a:r>
          </a:p>
        </p:txBody>
      </p:sp>
      <p:sp>
        <p:nvSpPr>
          <p:cNvPr id="2" name="TextBox 1">
            <a:extLst>
              <a:ext uri="{FF2B5EF4-FFF2-40B4-BE49-F238E27FC236}">
                <a16:creationId xmlns:a16="http://schemas.microsoft.com/office/drawing/2014/main" id="{E36AEE38-EC92-D9D5-41AC-FA8728CF9D2A}"/>
              </a:ext>
            </a:extLst>
          </p:cNvPr>
          <p:cNvSpPr txBox="1"/>
          <p:nvPr/>
        </p:nvSpPr>
        <p:spPr>
          <a:xfrm>
            <a:off x="998443" y="1715620"/>
            <a:ext cx="9914964" cy="15735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200" dirty="0">
                <a:solidFill>
                  <a:srgbClr val="374151"/>
                </a:solidFill>
                <a:latin typeface="Nunito"/>
              </a:rPr>
              <a:t>Write a Python code to perform </a:t>
            </a:r>
            <a:r>
              <a:rPr lang="en-US" sz="2200" b="1" dirty="0">
                <a:solidFill>
                  <a:srgbClr val="374151"/>
                </a:solidFill>
                <a:latin typeface="Nunito"/>
              </a:rPr>
              <a:t>K-means clustering</a:t>
            </a:r>
            <a:r>
              <a:rPr lang="en-US" sz="2200" dirty="0">
                <a:solidFill>
                  <a:srgbClr val="374151"/>
                </a:solidFill>
                <a:latin typeface="Nunito"/>
              </a:rPr>
              <a:t> on the provided </a:t>
            </a:r>
            <a:r>
              <a:rPr lang="en-US" sz="2200" b="1" dirty="0">
                <a:solidFill>
                  <a:srgbClr val="374151"/>
                </a:solidFill>
                <a:latin typeface="Nunito"/>
              </a:rPr>
              <a:t>bank transaction dataset</a:t>
            </a:r>
            <a:r>
              <a:rPr lang="en-US" sz="2200" dirty="0">
                <a:solidFill>
                  <a:srgbClr val="374151"/>
                </a:solidFill>
                <a:latin typeface="Nunito"/>
              </a:rPr>
              <a:t>, using the </a:t>
            </a:r>
            <a:r>
              <a:rPr lang="en-US" sz="2200" b="1" dirty="0">
                <a:solidFill>
                  <a:srgbClr val="374151"/>
                </a:solidFill>
                <a:latin typeface="Nunito"/>
              </a:rPr>
              <a:t>Elbow Method to determine the optimal number of clusters</a:t>
            </a:r>
            <a:endParaRPr lang="en-US" sz="2200" b="1">
              <a:latin typeface="Nunito"/>
            </a:endParaRPr>
          </a:p>
        </p:txBody>
      </p:sp>
    </p:spTree>
    <p:extLst>
      <p:ext uri="{BB962C8B-B14F-4D97-AF65-F5344CB8AC3E}">
        <p14:creationId xmlns:p14="http://schemas.microsoft.com/office/powerpoint/2010/main" val="6364856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a:solidFill>
                <a:schemeClr val="accent1">
                  <a:lumMod val="50000"/>
                </a:schemeClr>
              </a:solidFill>
              <a:latin typeface="Nunito" pitchFamily="2" charset="0"/>
            </a:endParaRPr>
          </a:p>
          <a:p>
            <a:pPr marL="0" indent="0" algn="ctr">
              <a:buNone/>
            </a:pPr>
            <a:r>
              <a:rPr lang="en-IN" sz="9600" b="1">
                <a:solidFill>
                  <a:schemeClr val="accent1">
                    <a:lumMod val="50000"/>
                  </a:schemeClr>
                </a:solidFill>
                <a:latin typeface="Nunito"/>
              </a:rPr>
              <a:t>Questions ?</a:t>
            </a:r>
            <a:endParaRPr lang="en-IN" sz="9600" b="1">
              <a:solidFill>
                <a:schemeClr val="accent1">
                  <a:lumMod val="50000"/>
                </a:schemeClr>
              </a:solidFill>
              <a:latin typeface="Nunito" pitchFamily="2" charset="0"/>
            </a:endParaRPr>
          </a:p>
          <a:p>
            <a:endParaRPr lang="en-IN">
              <a:latin typeface="Nunito" pitchFamily="2" charset="0"/>
            </a:endParaRPr>
          </a:p>
        </p:txBody>
      </p:sp>
    </p:spTree>
    <p:extLst>
      <p:ext uri="{BB962C8B-B14F-4D97-AF65-F5344CB8AC3E}">
        <p14:creationId xmlns:p14="http://schemas.microsoft.com/office/powerpoint/2010/main" val="25038972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Content Placeholder 4">
            <a:extLst>
              <a:ext uri="{FF2B5EF4-FFF2-40B4-BE49-F238E27FC236}">
                <a16:creationId xmlns:a16="http://schemas.microsoft.com/office/drawing/2014/main" id="{F1E094BE-D838-D72B-D901-D29AF46966E7}"/>
              </a:ext>
            </a:extLst>
          </p:cNvPr>
          <p:cNvSpPr>
            <a:spLocks noGrp="1"/>
          </p:cNvSpPr>
          <p:nvPr>
            <p:ph idx="1"/>
          </p:nvPr>
        </p:nvSpPr>
        <p:spPr>
          <a:xfrm>
            <a:off x="838200" y="1253331"/>
            <a:ext cx="10515600" cy="4351338"/>
          </a:xfrm>
        </p:spPr>
        <p:txBody>
          <a:bodyPr vert="horz" lIns="91440" tIns="45720" rIns="91440" bIns="45720" rtlCol="0" anchor="t">
            <a:normAutofit/>
          </a:bodyPr>
          <a:lstStyle/>
          <a:p>
            <a:pPr marL="0" indent="0" algn="ctr">
              <a:buNone/>
            </a:pPr>
            <a:endParaRPr lang="en-IN" sz="9600" b="1">
              <a:solidFill>
                <a:schemeClr val="accent1">
                  <a:lumMod val="50000"/>
                </a:schemeClr>
              </a:solidFill>
              <a:latin typeface="Nunito" pitchFamily="2" charset="0"/>
            </a:endParaRPr>
          </a:p>
          <a:p>
            <a:pPr marL="0" indent="0" algn="ctr">
              <a:buNone/>
            </a:pPr>
            <a:r>
              <a:rPr lang="en-IN" sz="9600" b="1">
                <a:solidFill>
                  <a:schemeClr val="accent1">
                    <a:lumMod val="50000"/>
                  </a:schemeClr>
                </a:solidFill>
                <a:latin typeface="Nunito"/>
              </a:rPr>
              <a:t>Thank You !</a:t>
            </a:r>
          </a:p>
          <a:p>
            <a:endParaRPr lang="en-IN">
              <a:latin typeface="Nunito" pitchFamily="2" charset="0"/>
            </a:endParaRPr>
          </a:p>
        </p:txBody>
      </p:sp>
    </p:spTree>
    <p:extLst>
      <p:ext uri="{BB962C8B-B14F-4D97-AF65-F5344CB8AC3E}">
        <p14:creationId xmlns:p14="http://schemas.microsoft.com/office/powerpoint/2010/main" val="40596470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b007914-6020-4374-977e-21bac5f3f4c8}" enabled="0" method="" siteId="{fb007914-6020-4374-977e-21bac5f3f4c8}" removed="1"/>
</clbl:labelList>
</file>

<file path=docProps/app.xml><?xml version="1.0" encoding="utf-8"?>
<Properties xmlns="http://schemas.openxmlformats.org/officeDocument/2006/extended-properties" xmlns:vt="http://schemas.openxmlformats.org/officeDocument/2006/docPropsVTypes">
  <TotalTime>144</TotalTime>
  <Words>3080</Words>
  <Application>Microsoft Office PowerPoint</Application>
  <PresentationFormat>Widescreen</PresentationFormat>
  <Paragraphs>294</Paragraphs>
  <Slides>55</Slides>
  <Notes>19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55</vt:i4>
      </vt:variant>
    </vt:vector>
  </HeadingPairs>
  <TitlesOfParts>
    <vt:vector size="67" baseType="lpstr">
      <vt:lpstr>Arial</vt:lpstr>
      <vt:lpstr>Arial,Sans-Serif</vt:lpstr>
      <vt:lpstr>Arial-BoldMT</vt:lpstr>
      <vt:lpstr>ArialMT</vt:lpstr>
      <vt:lpstr>Calibri</vt:lpstr>
      <vt:lpstr>Calibri Light</vt:lpstr>
      <vt:lpstr>CambriaMath</vt:lpstr>
      <vt:lpstr>HelveticaNeue</vt:lpstr>
      <vt:lpstr>Nunito</vt:lpstr>
      <vt:lpstr>TimesNewRomanPSMT</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Poomathi Thangarasu</cp:lastModifiedBy>
  <cp:revision>277</cp:revision>
  <dcterms:created xsi:type="dcterms:W3CDTF">2020-12-23T13:36:00Z</dcterms:created>
  <dcterms:modified xsi:type="dcterms:W3CDTF">2024-12-07T14:12:31Z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